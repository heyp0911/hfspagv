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5759450" cy="3240088"/>
  <p:notesSz cx="6858000" cy="9144000"/>
  <p:defaultTextStyle>
    <a:defPPr>
      <a:defRPr lang="en-US"/>
    </a:defPPr>
    <a:lvl1pPr marL="0" algn="l" defTabSz="257077" rtl="0" eaLnBrk="1" latinLnBrk="0" hangingPunct="1">
      <a:defRPr sz="1012" kern="1200">
        <a:solidFill>
          <a:schemeClr val="tx1"/>
        </a:solidFill>
        <a:latin typeface="+mn-lt"/>
        <a:ea typeface="+mn-ea"/>
        <a:cs typeface="+mn-cs"/>
      </a:defRPr>
    </a:lvl1pPr>
    <a:lvl2pPr marL="257077" algn="l" defTabSz="257077" rtl="0" eaLnBrk="1" latinLnBrk="0" hangingPunct="1">
      <a:defRPr sz="1012" kern="1200">
        <a:solidFill>
          <a:schemeClr val="tx1"/>
        </a:solidFill>
        <a:latin typeface="+mn-lt"/>
        <a:ea typeface="+mn-ea"/>
        <a:cs typeface="+mn-cs"/>
      </a:defRPr>
    </a:lvl2pPr>
    <a:lvl3pPr marL="514154" algn="l" defTabSz="257077" rtl="0" eaLnBrk="1" latinLnBrk="0" hangingPunct="1">
      <a:defRPr sz="1012" kern="1200">
        <a:solidFill>
          <a:schemeClr val="tx1"/>
        </a:solidFill>
        <a:latin typeface="+mn-lt"/>
        <a:ea typeface="+mn-ea"/>
        <a:cs typeface="+mn-cs"/>
      </a:defRPr>
    </a:lvl3pPr>
    <a:lvl4pPr marL="771231" algn="l" defTabSz="257077" rtl="0" eaLnBrk="1" latinLnBrk="0" hangingPunct="1">
      <a:defRPr sz="1012" kern="1200">
        <a:solidFill>
          <a:schemeClr val="tx1"/>
        </a:solidFill>
        <a:latin typeface="+mn-lt"/>
        <a:ea typeface="+mn-ea"/>
        <a:cs typeface="+mn-cs"/>
      </a:defRPr>
    </a:lvl4pPr>
    <a:lvl5pPr marL="1028307" algn="l" defTabSz="257077" rtl="0" eaLnBrk="1" latinLnBrk="0" hangingPunct="1">
      <a:defRPr sz="1012" kern="1200">
        <a:solidFill>
          <a:schemeClr val="tx1"/>
        </a:solidFill>
        <a:latin typeface="+mn-lt"/>
        <a:ea typeface="+mn-ea"/>
        <a:cs typeface="+mn-cs"/>
      </a:defRPr>
    </a:lvl5pPr>
    <a:lvl6pPr marL="1285385" algn="l" defTabSz="257077" rtl="0" eaLnBrk="1" latinLnBrk="0" hangingPunct="1">
      <a:defRPr sz="1012" kern="1200">
        <a:solidFill>
          <a:schemeClr val="tx1"/>
        </a:solidFill>
        <a:latin typeface="+mn-lt"/>
        <a:ea typeface="+mn-ea"/>
        <a:cs typeface="+mn-cs"/>
      </a:defRPr>
    </a:lvl6pPr>
    <a:lvl7pPr marL="1542461" algn="l" defTabSz="257077" rtl="0" eaLnBrk="1" latinLnBrk="0" hangingPunct="1">
      <a:defRPr sz="1012" kern="1200">
        <a:solidFill>
          <a:schemeClr val="tx1"/>
        </a:solidFill>
        <a:latin typeface="+mn-lt"/>
        <a:ea typeface="+mn-ea"/>
        <a:cs typeface="+mn-cs"/>
      </a:defRPr>
    </a:lvl7pPr>
    <a:lvl8pPr marL="1799538" algn="l" defTabSz="257077" rtl="0" eaLnBrk="1" latinLnBrk="0" hangingPunct="1">
      <a:defRPr sz="1012" kern="1200">
        <a:solidFill>
          <a:schemeClr val="tx1"/>
        </a:solidFill>
        <a:latin typeface="+mn-lt"/>
        <a:ea typeface="+mn-ea"/>
        <a:cs typeface="+mn-cs"/>
      </a:defRPr>
    </a:lvl8pPr>
    <a:lvl9pPr marL="2056615" algn="l" defTabSz="257077" rtl="0" eaLnBrk="1" latinLnBrk="0" hangingPunct="1">
      <a:defRPr sz="101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21" userDrawn="1">
          <p15:clr>
            <a:srgbClr val="A4A3A4"/>
          </p15:clr>
        </p15:guide>
        <p15:guide id="2" pos="18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C090"/>
    <a:srgbClr val="FFF5EB"/>
    <a:srgbClr val="E8FAFE"/>
    <a:srgbClr val="FEBEDC"/>
    <a:srgbClr val="FFF3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63" d="100"/>
          <a:sy n="163" d="100"/>
        </p:scale>
        <p:origin x="686" y="101"/>
      </p:cViewPr>
      <p:guideLst>
        <p:guide orient="horz" pos="1021"/>
        <p:guide pos="181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1959" y="1006528"/>
            <a:ext cx="4895532" cy="694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3918" y="1836050"/>
            <a:ext cx="4031615" cy="82802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4958" y="2082057"/>
            <a:ext cx="4895532" cy="643517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4958" y="1373288"/>
            <a:ext cx="4895532" cy="70876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7973" y="756022"/>
            <a:ext cx="2543757" cy="21383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27721" y="756022"/>
            <a:ext cx="2543757" cy="21383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7973" y="725270"/>
            <a:ext cx="2544757" cy="30225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7973" y="1027529"/>
            <a:ext cx="2544757" cy="1866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25721" y="725270"/>
            <a:ext cx="2545757" cy="30225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925721" y="1027529"/>
            <a:ext cx="2545757" cy="1866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7973" y="129004"/>
            <a:ext cx="1894819" cy="54901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51786" y="129004"/>
            <a:ext cx="3219692" cy="2765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7973" y="678019"/>
            <a:ext cx="1894819" cy="221631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892" y="2268062"/>
            <a:ext cx="3455670" cy="26775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28892" y="289508"/>
            <a:ext cx="3455670" cy="194405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8892" y="2535820"/>
            <a:ext cx="3455670" cy="38026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175601" y="129754"/>
            <a:ext cx="1295876" cy="27645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7973" y="129754"/>
            <a:ext cx="3791638" cy="27645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7973" y="129754"/>
            <a:ext cx="5183505" cy="5400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7973" y="756022"/>
            <a:ext cx="5183505" cy="2138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87973" y="3003081"/>
            <a:ext cx="1343871" cy="1725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67812" y="3003081"/>
            <a:ext cx="1823826" cy="1725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27606" y="3003081"/>
            <a:ext cx="1343871" cy="1725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0ED0B-EEE7-BCE6-C799-A3CF319E3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1F67F75D-71A3-454C-BCF1-8049ADC23977}"/>
              </a:ext>
            </a:extLst>
          </p:cNvPr>
          <p:cNvGrpSpPr/>
          <p:nvPr/>
        </p:nvGrpSpPr>
        <p:grpSpPr>
          <a:xfrm>
            <a:off x="377110" y="324644"/>
            <a:ext cx="5005233" cy="2590800"/>
            <a:chOff x="1779722" y="365760"/>
            <a:chExt cx="5005233" cy="2590800"/>
          </a:xfrm>
        </p:grpSpPr>
        <p:sp>
          <p:nvSpPr>
            <p:cNvPr id="16" name="Rectangle 1">
              <a:extLst>
                <a:ext uri="{FF2B5EF4-FFF2-40B4-BE49-F238E27FC236}">
                  <a16:creationId xmlns:a16="http://schemas.microsoft.com/office/drawing/2014/main" id="{E840DFE6-B7E6-58CE-25EC-4078255B46D1}"/>
                </a:ext>
              </a:extLst>
            </p:cNvPr>
            <p:cNvSpPr/>
            <p:nvPr/>
          </p:nvSpPr>
          <p:spPr>
            <a:xfrm>
              <a:off x="5945448" y="396240"/>
              <a:ext cx="839507" cy="2560320"/>
            </a:xfrm>
            <a:prstGeom prst="rect">
              <a:avLst/>
            </a:prstGeom>
            <a:solidFill>
              <a:srgbClr val="FFF5EB"/>
            </a:solidFill>
            <a:ln w="15875" cap="rnd">
              <a:solidFill>
                <a:srgbClr val="FAC090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horz" rtlCol="0" anchor="t"/>
            <a:lstStyle/>
            <a:p>
              <a:pPr algn="ctr">
                <a:defRPr sz="1400" b="1">
                  <a:solidFill>
                    <a:srgbClr val="000000"/>
                  </a:solidFill>
                </a:defRPr>
              </a:pPr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Old Task</a:t>
              </a:r>
              <a:endParaRPr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2746332B-CE7C-5BC8-040B-48CD058893D9}"/>
                </a:ext>
              </a:extLst>
            </p:cNvPr>
            <p:cNvGrpSpPr/>
            <p:nvPr/>
          </p:nvGrpSpPr>
          <p:grpSpPr>
            <a:xfrm>
              <a:off x="1779722" y="365760"/>
              <a:ext cx="4762859" cy="2590800"/>
              <a:chOff x="1841768" y="1097280"/>
              <a:chExt cx="4762859" cy="2590800"/>
            </a:xfrm>
          </p:grpSpPr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5631622E-8C78-8CD5-FA51-8F2C4C2AA54B}"/>
                  </a:ext>
                </a:extLst>
              </p:cNvPr>
              <p:cNvSpPr/>
              <p:nvPr/>
            </p:nvSpPr>
            <p:spPr>
              <a:xfrm>
                <a:off x="3154680" y="1097280"/>
                <a:ext cx="2364130" cy="2560320"/>
              </a:xfrm>
              <a:prstGeom prst="roundRect">
                <a:avLst/>
              </a:prstGeom>
              <a:solidFill>
                <a:srgbClr val="E8FAFE"/>
              </a:solidFill>
              <a:ln w="19050">
                <a:solidFill>
                  <a:srgbClr val="4472C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altLang="zh-CN" sz="1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Task Pool</a:t>
                </a:r>
              </a:p>
              <a:p>
                <a:pPr algn="ctr"/>
                <a:endParaRPr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E840DFE6-B7E6-58CE-25EC-4078255B46D1}"/>
                  </a:ext>
                </a:extLst>
              </p:cNvPr>
              <p:cNvSpPr/>
              <p:nvPr/>
            </p:nvSpPr>
            <p:spPr>
              <a:xfrm>
                <a:off x="1841768" y="1097280"/>
                <a:ext cx="839507" cy="2560320"/>
              </a:xfrm>
              <a:prstGeom prst="rect">
                <a:avLst/>
              </a:prstGeom>
              <a:solidFill>
                <a:srgbClr val="FFF3FB"/>
              </a:solidFill>
              <a:ln w="15875" cap="rnd">
                <a:solidFill>
                  <a:srgbClr val="FEBEDC"/>
                </a:solidFill>
                <a:round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t"/>
              <a:lstStyle/>
              <a:p>
                <a:pPr algn="ctr">
                  <a:defRPr sz="1400" b="1">
                    <a:solidFill>
                      <a:srgbClr val="000000"/>
                    </a:solidFill>
                  </a:defRPr>
                </a:pPr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New Task</a:t>
                </a:r>
                <a:endParaRPr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B02BED1-D431-2992-8794-271B33A1A7B0}"/>
                  </a:ext>
                </a:extLst>
              </p:cNvPr>
              <p:cNvSpPr/>
              <p:nvPr/>
            </p:nvSpPr>
            <p:spPr>
              <a:xfrm>
                <a:off x="2027672" y="1280160"/>
                <a:ext cx="489277" cy="24079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vert" rtlCol="0" anchor="ctr"/>
              <a:lstStyle/>
              <a:p>
                <a:pPr algn="ctr"/>
                <a:r>
                  <a:rPr sz="12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Task2 </a:t>
                </a:r>
                <a:r>
                  <a:rPr sz="12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(job</a:t>
                </a:r>
                <a:r>
                  <a:rPr lang="en-US" sz="12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_2</a:t>
                </a:r>
                <a:r>
                  <a:rPr sz="12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sz="1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stage</a:t>
                </a:r>
                <a:r>
                  <a:rPr lang="en-US" sz="1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_</a:t>
                </a:r>
                <a:r>
                  <a:rPr sz="1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2, 6, machine2</a:t>
                </a:r>
                <a:r>
                  <a:rPr sz="12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  <p:sp>
            <p:nvSpPr>
              <p:cNvPr id="6" name="Right Arrow 5">
                <a:extLst>
                  <a:ext uri="{FF2B5EF4-FFF2-40B4-BE49-F238E27FC236}">
                    <a16:creationId xmlns:a16="http://schemas.microsoft.com/office/drawing/2014/main" id="{EA0CF56B-25FB-76C9-F1F5-144560F299C6}"/>
                  </a:ext>
                </a:extLst>
              </p:cNvPr>
              <p:cNvSpPr/>
              <p:nvPr/>
            </p:nvSpPr>
            <p:spPr>
              <a:xfrm>
                <a:off x="2697479" y="2286000"/>
                <a:ext cx="457200" cy="274320"/>
              </a:xfrm>
              <a:prstGeom prst="rightArrow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F3DF151-27CA-A1BF-A875-2E624041DC66}"/>
                  </a:ext>
                </a:extLst>
              </p:cNvPr>
              <p:cNvSpPr txBox="1"/>
              <p:nvPr/>
            </p:nvSpPr>
            <p:spPr>
              <a:xfrm>
                <a:off x="2633284" y="2560318"/>
                <a:ext cx="569388" cy="276999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>
                  <a:defRPr sz="1100" b="1"/>
                </a:pPr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Entry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Rectangle 8">
                    <a:extLst>
                      <a:ext uri="{FF2B5EF4-FFF2-40B4-BE49-F238E27FC236}">
                        <a16:creationId xmlns:a16="http://schemas.microsoft.com/office/drawing/2014/main" id="{ED367B6D-065C-A7FF-39A5-8613CE1412F1}"/>
                      </a:ext>
                    </a:extLst>
                  </p:cNvPr>
                  <p:cNvSpPr/>
                  <p:nvPr/>
                </p:nvSpPr>
                <p:spPr>
                  <a:xfrm>
                    <a:off x="3261360" y="1645920"/>
                    <a:ext cx="2149926" cy="365760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solidFill>
                      <a:srgbClr val="000000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sz="1200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Task1 </a:t>
                    </a:r>
                    <a:r>
                      <a:rPr sz="12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(</a:t>
                    </a:r>
                    <a:r>
                      <a:rPr lang="en-US" sz="12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  <a:r>
                      <a:rPr sz="12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job</a:t>
                    </a:r>
                    <a:r>
                      <a:rPr lang="en-US" sz="12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_</a:t>
                    </a:r>
                    <a:r>
                      <a:rPr sz="12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1, stage</a:t>
                    </a:r>
                    <a:r>
                      <a:rPr lang="en-US" sz="12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_</a:t>
                    </a:r>
                    <a:r>
                      <a:rPr sz="12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1, 0,</a:t>
                    </a:r>
                    <a:r>
                      <a:rPr lang="zh-CN" altLang="en-US" sz="12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2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2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zh-CN" sz="12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12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𝑐𝑒𝑙𝑙</m:t>
                            </m:r>
                          </m:sup>
                        </m:sSubSup>
                      </m:oMath>
                    </a14:m>
                    <a:r>
                      <a:rPr sz="12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)</a:t>
                    </a:r>
                  </a:p>
                </p:txBody>
              </p:sp>
            </mc:Choice>
            <mc:Fallback xmlns="">
              <p:sp>
                <p:nvSpPr>
                  <p:cNvPr id="9" name="Rectangle 8">
                    <a:extLst>
                      <a:ext uri="{FF2B5EF4-FFF2-40B4-BE49-F238E27FC236}">
                        <a16:creationId xmlns:a16="http://schemas.microsoft.com/office/drawing/2014/main" id="{ED367B6D-065C-A7FF-39A5-8613CE1412F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61360" y="1645920"/>
                    <a:ext cx="2149926" cy="365760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  <a:ln>
                    <a:solidFill>
                      <a:srgbClr val="000000"/>
                    </a:solidFill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id="{412A364C-A7C7-7B61-1C2C-B8ADC94D234A}"/>
                      </a:ext>
                    </a:extLst>
                  </p:cNvPr>
                  <p:cNvSpPr/>
                  <p:nvPr/>
                </p:nvSpPr>
                <p:spPr>
                  <a:xfrm>
                    <a:off x="3261360" y="2377440"/>
                    <a:ext cx="2149926" cy="365760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solidFill>
                      <a:srgbClr val="FF0000"/>
                    </a:solidFill>
                    <a:prstDash val="dash"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sz="1200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Task2 </a:t>
                    </a:r>
                    <a:r>
                      <a:rPr sz="12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(</a:t>
                    </a:r>
                    <a:r>
                      <a:rPr lang="en-US" sz="12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  <a:r>
                      <a:rPr sz="12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job</a:t>
                    </a:r>
                    <a:r>
                      <a:rPr lang="en-US" sz="12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_</a:t>
                    </a:r>
                    <a:r>
                      <a:rPr sz="12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2, stage</a:t>
                    </a:r>
                    <a:r>
                      <a:rPr lang="en-US" sz="12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_</a:t>
                    </a:r>
                    <a:r>
                      <a:rPr sz="12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1, 0,</a:t>
                    </a:r>
                    <a14:m>
                      <m:oMath xmlns:m="http://schemas.openxmlformats.org/officeDocument/2006/math">
                        <m:r>
                          <a:rPr lang="en-US" altLang="zh-CN" sz="12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Sup>
                          <m:sSubSupPr>
                            <m:ctrlPr>
                              <a:rPr lang="en-US" altLang="zh-CN" sz="12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2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zh-CN" sz="12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12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𝑐𝑒𝑙𝑙</m:t>
                            </m:r>
                          </m:sup>
                        </m:sSubSup>
                      </m:oMath>
                    </a14:m>
                    <a:r>
                      <a:rPr sz="12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)</a:t>
                    </a:r>
                  </a:p>
                </p:txBody>
              </p:sp>
            </mc:Choice>
            <mc:Fallback xmlns=""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id="{412A364C-A7C7-7B61-1C2C-B8ADC94D234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61360" y="2377440"/>
                    <a:ext cx="2149926" cy="36576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>
                    <a:solidFill>
                      <a:srgbClr val="FF0000"/>
                    </a:solidFill>
                    <a:prstDash val="dash"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Rectangle 10">
                    <a:extLst>
                      <a:ext uri="{FF2B5EF4-FFF2-40B4-BE49-F238E27FC236}">
                        <a16:creationId xmlns:a16="http://schemas.microsoft.com/office/drawing/2014/main" id="{64AF5479-CA07-6677-E492-FF2463561ADC}"/>
                      </a:ext>
                    </a:extLst>
                  </p:cNvPr>
                  <p:cNvSpPr/>
                  <p:nvPr/>
                </p:nvSpPr>
                <p:spPr>
                  <a:xfrm>
                    <a:off x="3261360" y="3108960"/>
                    <a:ext cx="2149926" cy="365760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solidFill>
                      <a:srgbClr val="000000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sz="1200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Task3 </a:t>
                    </a:r>
                    <a:r>
                      <a:rPr sz="12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(</a:t>
                    </a:r>
                    <a:r>
                      <a:rPr lang="en-US" sz="12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  <a:r>
                      <a:rPr sz="12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job</a:t>
                    </a:r>
                    <a:r>
                      <a:rPr lang="en-US" sz="12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_</a:t>
                    </a:r>
                    <a:r>
                      <a:rPr sz="12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3, stage</a:t>
                    </a:r>
                    <a:r>
                      <a:rPr lang="en-US" sz="12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_</a:t>
                    </a:r>
                    <a:r>
                      <a:rPr sz="12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1, 0, </a:t>
                    </a:r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2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2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zh-CN" sz="12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US" altLang="zh-CN" sz="12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𝑐𝑒𝑙𝑙</m:t>
                            </m:r>
                          </m:sup>
                        </m:sSubSup>
                      </m:oMath>
                    </a14:m>
                    <a:r>
                      <a:rPr sz="12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)</a:t>
                    </a:r>
                  </a:p>
                </p:txBody>
              </p:sp>
            </mc:Choice>
            <mc:Fallback xmlns="">
              <p:sp>
                <p:nvSpPr>
                  <p:cNvPr id="11" name="Rectangle 10">
                    <a:extLst>
                      <a:ext uri="{FF2B5EF4-FFF2-40B4-BE49-F238E27FC236}">
                        <a16:creationId xmlns:a16="http://schemas.microsoft.com/office/drawing/2014/main" id="{64AF5479-CA07-6677-E492-FF2463561AD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61360" y="3108960"/>
                    <a:ext cx="2149926" cy="36576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>
                    <a:solidFill>
                      <a:srgbClr val="000000"/>
                    </a:solidFill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2" name="Right Arrow 11">
                <a:extLst>
                  <a:ext uri="{FF2B5EF4-FFF2-40B4-BE49-F238E27FC236}">
                    <a16:creationId xmlns:a16="http://schemas.microsoft.com/office/drawing/2014/main" id="{D6890B87-61C1-9F59-8217-F931E6C9D243}"/>
                  </a:ext>
                </a:extLst>
              </p:cNvPr>
              <p:cNvSpPr/>
              <p:nvPr/>
            </p:nvSpPr>
            <p:spPr>
              <a:xfrm>
                <a:off x="5534552" y="2286000"/>
                <a:ext cx="457200" cy="274320"/>
              </a:xfrm>
              <a:prstGeom prst="rightArrow">
                <a:avLst/>
              </a:prstGeom>
              <a:solidFill>
                <a:srgbClr val="FAC09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127B4AF-2468-0486-0E86-99B417F68A24}"/>
                  </a:ext>
                </a:extLst>
              </p:cNvPr>
              <p:cNvSpPr txBox="1"/>
              <p:nvPr/>
            </p:nvSpPr>
            <p:spPr>
              <a:xfrm>
                <a:off x="3982700" y="2117776"/>
                <a:ext cx="707246" cy="276999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>
                  <a:defRPr sz="1100" b="1"/>
                </a:pPr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Execute</a:t>
                </a:r>
                <a:endParaRPr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297F178-CC23-B278-2F8D-BC1D6FC2C5A0}"/>
                  </a:ext>
                </a:extLst>
              </p:cNvPr>
              <p:cNvSpPr txBox="1"/>
              <p:nvPr/>
            </p:nvSpPr>
            <p:spPr>
              <a:xfrm>
                <a:off x="5507222" y="2560319"/>
                <a:ext cx="458780" cy="276999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>
                  <a:defRPr sz="1100" b="1"/>
                </a:pPr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Exit</a:t>
                </a:r>
                <a:endParaRPr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43668C8D-6C76-CA61-F81D-2CE729381756}"/>
                      </a:ext>
                    </a:extLst>
                  </p:cNvPr>
                  <p:cNvSpPr/>
                  <p:nvPr/>
                </p:nvSpPr>
                <p:spPr>
                  <a:xfrm>
                    <a:off x="6249866" y="1314450"/>
                    <a:ext cx="354761" cy="2217420"/>
                  </a:xfrm>
                  <a:prstGeom prst="rect">
                    <a:avLst/>
                  </a:prstGeom>
                  <a:noFill/>
                  <a:ln>
                    <a:noFill/>
                    <a:prstDash val="dash"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vert" rtlCol="0" anchor="ctr"/>
                  <a:lstStyle/>
                  <a:p>
                    <a:pPr algn="ctr"/>
                    <a:r>
                      <a:rPr sz="1200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Task2 </a:t>
                    </a:r>
                    <a:r>
                      <a:rPr sz="12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(job</a:t>
                    </a:r>
                    <a:r>
                      <a:rPr lang="en-US" sz="12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_</a:t>
                    </a:r>
                    <a:r>
                      <a:rPr sz="12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2, stage</a:t>
                    </a:r>
                    <a:r>
                      <a:rPr lang="en-US" sz="12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_</a:t>
                    </a:r>
                    <a:r>
                      <a:rPr sz="12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1, 0, </a:t>
                    </a:r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2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2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zh-CN" sz="12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12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𝑐𝑒𝑙𝑙</m:t>
                            </m:r>
                          </m:sup>
                        </m:sSubSup>
                      </m:oMath>
                    </a14:m>
                    <a:r>
                      <a:rPr sz="12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)</a:t>
                    </a:r>
                  </a:p>
                </p:txBody>
              </p:sp>
            </mc:Choice>
            <mc:Fallback xmlns=""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43668C8D-6C76-CA61-F81D-2CE72938175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49866" y="1314450"/>
                    <a:ext cx="354761" cy="221742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>
                    <a:noFill/>
                    <a:prstDash val="dash"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906571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79</Words>
  <Application>Microsoft Office PowerPoint</Application>
  <PresentationFormat>自定义</PresentationFormat>
  <Paragraphs>11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Calibri</vt:lpstr>
      <vt:lpstr>Cambria Math</vt:lpstr>
      <vt:lpstr>Times New Roman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何勇平</dc:creator>
  <cp:keywords/>
  <dc:description>generated using python-pptx</dc:description>
  <cp:lastModifiedBy>勇平 何</cp:lastModifiedBy>
  <cp:revision>9</cp:revision>
  <dcterms:created xsi:type="dcterms:W3CDTF">2013-01-27T09:14:16Z</dcterms:created>
  <dcterms:modified xsi:type="dcterms:W3CDTF">2026-05-30T12:38:49Z</dcterms:modified>
  <cp:category/>
</cp:coreProperties>
</file>