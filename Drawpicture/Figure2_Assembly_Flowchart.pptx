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160125" cy="2879725"/>
  <p:notesSz cx="6858000" cy="9144000"/>
  <p:defaultTextStyle>
    <a:defPPr>
      <a:defRPr lang="en-US"/>
    </a:defPPr>
    <a:lvl1pPr marL="0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1pPr>
    <a:lvl2pPr marL="345613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2pPr>
    <a:lvl3pPr marL="691228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3pPr>
    <a:lvl4pPr marL="1036841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4pPr>
    <a:lvl5pPr marL="1382455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5pPr>
    <a:lvl6pPr marL="1728069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6pPr>
    <a:lvl7pPr marL="2073683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7pPr>
    <a:lvl8pPr marL="2419297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8pPr>
    <a:lvl9pPr marL="2764911" algn="l" defTabSz="345613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7" userDrawn="1">
          <p15:clr>
            <a:srgbClr val="A4A3A4"/>
          </p15:clr>
        </p15:guide>
        <p15:guide id="2" pos="26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FC"/>
    <a:srgbClr val="FFEBFA"/>
    <a:srgbClr val="FEE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6" y="845"/>
      </p:cViewPr>
      <p:guideLst>
        <p:guide orient="horz" pos="907"/>
        <p:guide pos="26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921" y="894582"/>
            <a:ext cx="7116433" cy="617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841" y="1631845"/>
            <a:ext cx="5860592" cy="73592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53" y="1850492"/>
            <a:ext cx="7116433" cy="57194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53" y="1220551"/>
            <a:ext cx="7116433" cy="6299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8615" y="671937"/>
            <a:ext cx="3697755" cy="190048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5907" y="671937"/>
            <a:ext cx="3697755" cy="190048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615" y="644605"/>
            <a:ext cx="3699209" cy="2686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615" y="913246"/>
            <a:ext cx="3699209" cy="16591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3000" y="644605"/>
            <a:ext cx="3700662" cy="2686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3000" y="913246"/>
            <a:ext cx="3700662" cy="16591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14" y="114656"/>
            <a:ext cx="2754420" cy="4879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3327" y="114657"/>
            <a:ext cx="4680334" cy="24577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614" y="602610"/>
            <a:ext cx="2754420" cy="19698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024" y="2015808"/>
            <a:ext cx="5023364" cy="2379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41024" y="257309"/>
            <a:ext cx="5023364" cy="172783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1024" y="2253785"/>
            <a:ext cx="5023364" cy="33796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69899" y="115323"/>
            <a:ext cx="1883762" cy="2457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8616" y="115323"/>
            <a:ext cx="5511747" cy="24570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615" y="115323"/>
            <a:ext cx="7535047" cy="479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615" y="671937"/>
            <a:ext cx="7535047" cy="1900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8615" y="2669079"/>
            <a:ext cx="195353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0528" y="2669079"/>
            <a:ext cx="265122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00131" y="2669079"/>
            <a:ext cx="195353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9B131AB-359C-CEA2-B85B-9E9AA4701283}"/>
              </a:ext>
            </a:extLst>
          </p:cNvPr>
          <p:cNvGrpSpPr/>
          <p:nvPr/>
        </p:nvGrpSpPr>
        <p:grpSpPr>
          <a:xfrm>
            <a:off x="93662" y="228281"/>
            <a:ext cx="10972800" cy="2423162"/>
            <a:chOff x="365760" y="1142998"/>
            <a:chExt cx="10972800" cy="2423162"/>
          </a:xfrm>
        </p:grpSpPr>
        <p:sp>
          <p:nvSpPr>
            <p:cNvPr id="2" name="Rounded Rectangle 1"/>
            <p:cNvSpPr/>
            <p:nvPr/>
          </p:nvSpPr>
          <p:spPr>
            <a:xfrm>
              <a:off x="365760" y="1142998"/>
              <a:ext cx="3931920" cy="2423161"/>
            </a:xfrm>
            <a:prstGeom prst="roundRect">
              <a:avLst/>
            </a:prstGeom>
            <a:solidFill>
              <a:srgbClr val="FFF3FC"/>
            </a:solidFill>
            <a:ln w="19050">
              <a:solidFill>
                <a:srgbClr val="96969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663440" y="1143000"/>
              <a:ext cx="6675120" cy="2423160"/>
            </a:xfrm>
            <a:prstGeom prst="roundRect">
              <a:avLst/>
            </a:prstGeom>
            <a:solidFill>
              <a:srgbClr val="FDF2EB"/>
            </a:solidFill>
            <a:ln w="19050">
              <a:solidFill>
                <a:srgbClr val="CC66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554480" y="1920240"/>
              <a:ext cx="73152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4114800" y="1920240"/>
              <a:ext cx="73152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1557685" y="3093720"/>
              <a:ext cx="73152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4118005" y="3093720"/>
              <a:ext cx="365760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cxnSpLocks/>
            </p:cNvCxnSpPr>
            <p:nvPr/>
          </p:nvCxnSpPr>
          <p:spPr>
            <a:xfrm flipH="1" flipV="1">
              <a:off x="4480560" y="1920240"/>
              <a:ext cx="3205" cy="117348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480560" y="1920240"/>
              <a:ext cx="36576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492240" y="1920240"/>
              <a:ext cx="45720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>
              <a:cxnSpLocks/>
            </p:cNvCxnSpPr>
            <p:nvPr/>
          </p:nvCxnSpPr>
          <p:spPr>
            <a:xfrm>
              <a:off x="8535116" y="1920240"/>
              <a:ext cx="45720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>
              <a:cxnSpLocks/>
            </p:cNvCxnSpPr>
            <p:nvPr/>
          </p:nvCxnSpPr>
          <p:spPr>
            <a:xfrm>
              <a:off x="9906716" y="2194560"/>
              <a:ext cx="0" cy="62484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>
              <a:cxnSpLocks/>
            </p:cNvCxnSpPr>
            <p:nvPr/>
          </p:nvCxnSpPr>
          <p:spPr>
            <a:xfrm flipH="1">
              <a:off x="8534429" y="3093720"/>
              <a:ext cx="45720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>
              <a:off x="6500208" y="3093720"/>
              <a:ext cx="457200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2286000" y="1645920"/>
              <a:ext cx="1828800" cy="548640"/>
            </a:xfrm>
            <a:prstGeom prst="roundRect">
              <a:avLst>
                <a:gd name="adj" fmla="val 10000"/>
              </a:avLst>
            </a:prstGeom>
            <a:solidFill>
              <a:srgbClr val="E6F0FA"/>
            </a:solidFill>
            <a:ln w="15240">
              <a:solidFill>
                <a:srgbClr val="003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Op1: Module and</a:t>
              </a:r>
            </a:p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Pack Assembly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289205" y="2819400"/>
              <a:ext cx="1828800" cy="548640"/>
            </a:xfrm>
            <a:prstGeom prst="roundRect">
              <a:avLst>
                <a:gd name="adj" fmla="val 10000"/>
              </a:avLst>
            </a:prstGeom>
            <a:solidFill>
              <a:srgbClr val="E6FAE6"/>
            </a:solidFill>
            <a:ln w="15240"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Op2: Cabinet Frame</a:t>
              </a:r>
            </a:p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Pre-assembly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846320" y="1645920"/>
              <a:ext cx="1645920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Op3: Pack-into-Cabinet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949439" y="1645920"/>
              <a:ext cx="1581785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Op4: Pack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Fastening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988425" y="1645920"/>
              <a:ext cx="1828800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Op5: System Cabling</a:t>
              </a:r>
            </a:p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995521" y="2819400"/>
              <a:ext cx="1828800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Op6: Insulation and</a:t>
              </a:r>
            </a:p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Airtightness Test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969736" y="2819400"/>
              <a:ext cx="1554480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0">
                  <a:solidFill>
                    <a:srgbClr val="000000"/>
                  </a:solidFill>
                </a:defRPr>
              </a:pP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Op7: Final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Factory 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8CE64A1-002D-9BF3-AA1A-7D982BFFBE4E}"/>
                </a:ext>
              </a:extLst>
            </p:cNvPr>
            <p:cNvSpPr txBox="1"/>
            <p:nvPr/>
          </p:nvSpPr>
          <p:spPr>
            <a:xfrm>
              <a:off x="1391364" y="1231761"/>
              <a:ext cx="17892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Parallel Preparation Stage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4E5700E-0EB9-4F58-FA94-56C358892B49}"/>
                </a:ext>
              </a:extLst>
            </p:cNvPr>
            <p:cNvSpPr txBox="1"/>
            <p:nvPr/>
          </p:nvSpPr>
          <p:spPr>
            <a:xfrm>
              <a:off x="6857674" y="1231761"/>
              <a:ext cx="22866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Assembly and Testing Stage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8DD5E07-71D2-DFD3-A544-377632517ECF}"/>
                </a:ext>
              </a:extLst>
            </p:cNvPr>
            <p:cNvSpPr txBox="1"/>
            <p:nvPr/>
          </p:nvSpPr>
          <p:spPr>
            <a:xfrm>
              <a:off x="558695" y="1781740"/>
              <a:ext cx="99578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Battery Cells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5CDB576-A94F-C4FC-7FE5-48AC6ECA3C86}"/>
                </a:ext>
              </a:extLst>
            </p:cNvPr>
            <p:cNvSpPr txBox="1"/>
            <p:nvPr/>
          </p:nvSpPr>
          <p:spPr>
            <a:xfrm>
              <a:off x="558695" y="2955220"/>
              <a:ext cx="99578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Cabinet Base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F2CB565-DE3D-83D9-BF1E-745861A96C4E}"/>
                </a:ext>
              </a:extLst>
            </p:cNvPr>
            <p:cNvSpPr txBox="1"/>
            <p:nvPr/>
          </p:nvSpPr>
          <p:spPr>
            <a:xfrm>
              <a:off x="5270187" y="2955220"/>
              <a:ext cx="1234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Finished Cabinet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何勇平</dc:creator>
  <cp:keywords/>
  <dc:description>generated using python-pptx</dc:description>
  <cp:lastModifiedBy>勇平 何</cp:lastModifiedBy>
  <cp:revision>4</cp:revision>
  <dcterms:created xsi:type="dcterms:W3CDTF">2013-01-27T09:14:16Z</dcterms:created>
  <dcterms:modified xsi:type="dcterms:W3CDTF">2026-05-30T12:45:04Z</dcterms:modified>
  <cp:category/>
</cp:coreProperties>
</file>