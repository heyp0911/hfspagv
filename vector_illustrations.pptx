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199313" cy="2700338"/>
  <p:notesSz cx="6858000" cy="9144000"/>
  <p:defaultTextStyle>
    <a:defPPr>
      <a:defRPr lang="en-US"/>
    </a:defPPr>
    <a:lvl1pPr marL="0" algn="l" defTabSz="390734" rtl="0" eaLnBrk="1" latinLnBrk="0" hangingPunct="1">
      <a:defRPr sz="1539" kern="1200">
        <a:solidFill>
          <a:schemeClr val="tx1"/>
        </a:solidFill>
        <a:latin typeface="+mn-lt"/>
        <a:ea typeface="+mn-ea"/>
        <a:cs typeface="+mn-cs"/>
      </a:defRPr>
    </a:lvl1pPr>
    <a:lvl2pPr marL="390734" algn="l" defTabSz="390734" rtl="0" eaLnBrk="1" latinLnBrk="0" hangingPunct="1">
      <a:defRPr sz="1539" kern="1200">
        <a:solidFill>
          <a:schemeClr val="tx1"/>
        </a:solidFill>
        <a:latin typeface="+mn-lt"/>
        <a:ea typeface="+mn-ea"/>
        <a:cs typeface="+mn-cs"/>
      </a:defRPr>
    </a:lvl2pPr>
    <a:lvl3pPr marL="781470" algn="l" defTabSz="390734" rtl="0" eaLnBrk="1" latinLnBrk="0" hangingPunct="1">
      <a:defRPr sz="1539" kern="1200">
        <a:solidFill>
          <a:schemeClr val="tx1"/>
        </a:solidFill>
        <a:latin typeface="+mn-lt"/>
        <a:ea typeface="+mn-ea"/>
        <a:cs typeface="+mn-cs"/>
      </a:defRPr>
    </a:lvl3pPr>
    <a:lvl4pPr marL="1172204" algn="l" defTabSz="390734" rtl="0" eaLnBrk="1" latinLnBrk="0" hangingPunct="1">
      <a:defRPr sz="1539" kern="1200">
        <a:solidFill>
          <a:schemeClr val="tx1"/>
        </a:solidFill>
        <a:latin typeface="+mn-lt"/>
        <a:ea typeface="+mn-ea"/>
        <a:cs typeface="+mn-cs"/>
      </a:defRPr>
    </a:lvl4pPr>
    <a:lvl5pPr marL="1562939" algn="l" defTabSz="390734" rtl="0" eaLnBrk="1" latinLnBrk="0" hangingPunct="1">
      <a:defRPr sz="1539" kern="1200">
        <a:solidFill>
          <a:schemeClr val="tx1"/>
        </a:solidFill>
        <a:latin typeface="+mn-lt"/>
        <a:ea typeface="+mn-ea"/>
        <a:cs typeface="+mn-cs"/>
      </a:defRPr>
    </a:lvl5pPr>
    <a:lvl6pPr marL="1953673" algn="l" defTabSz="390734" rtl="0" eaLnBrk="1" latinLnBrk="0" hangingPunct="1">
      <a:defRPr sz="1539" kern="1200">
        <a:solidFill>
          <a:schemeClr val="tx1"/>
        </a:solidFill>
        <a:latin typeface="+mn-lt"/>
        <a:ea typeface="+mn-ea"/>
        <a:cs typeface="+mn-cs"/>
      </a:defRPr>
    </a:lvl6pPr>
    <a:lvl7pPr marL="2344408" algn="l" defTabSz="390734" rtl="0" eaLnBrk="1" latinLnBrk="0" hangingPunct="1">
      <a:defRPr sz="1539" kern="1200">
        <a:solidFill>
          <a:schemeClr val="tx1"/>
        </a:solidFill>
        <a:latin typeface="+mn-lt"/>
        <a:ea typeface="+mn-ea"/>
        <a:cs typeface="+mn-cs"/>
      </a:defRPr>
    </a:lvl7pPr>
    <a:lvl8pPr marL="2735143" algn="l" defTabSz="390734" rtl="0" eaLnBrk="1" latinLnBrk="0" hangingPunct="1">
      <a:defRPr sz="1539" kern="1200">
        <a:solidFill>
          <a:schemeClr val="tx1"/>
        </a:solidFill>
        <a:latin typeface="+mn-lt"/>
        <a:ea typeface="+mn-ea"/>
        <a:cs typeface="+mn-cs"/>
      </a:defRPr>
    </a:lvl8pPr>
    <a:lvl9pPr marL="3125876" algn="l" defTabSz="390734" rtl="0" eaLnBrk="1" latinLnBrk="0" hangingPunct="1">
      <a:defRPr sz="153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51" userDrawn="1">
          <p15:clr>
            <a:srgbClr val="A4A3A4"/>
          </p15:clr>
        </p15:guide>
        <p15:guide id="2" pos="22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8C9"/>
    <a:srgbClr val="FEEE7D"/>
    <a:srgbClr val="A5DFF9"/>
    <a:srgbClr val="FD999A"/>
    <a:srgbClr val="FE4365"/>
    <a:srgbClr val="A8DBA8"/>
    <a:srgbClr val="60C5BA"/>
    <a:srgbClr val="E89DA0"/>
    <a:srgbClr val="FEFEDF"/>
    <a:srgbClr val="CFE8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106" y="437"/>
      </p:cViewPr>
      <p:guideLst>
        <p:guide orient="horz" pos="851"/>
        <p:guide pos="22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50" y="838859"/>
            <a:ext cx="6119417" cy="5788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9905" y="1530192"/>
            <a:ext cx="5039519" cy="6900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699" y="1735220"/>
            <a:ext cx="6119417" cy="53631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699" y="1144522"/>
            <a:ext cx="6119417" cy="59069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9966" y="630081"/>
            <a:ext cx="3179696" cy="17820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9653" y="630081"/>
            <a:ext cx="3179696" cy="17820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968" y="604452"/>
            <a:ext cx="3180948" cy="2519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9968" y="856358"/>
            <a:ext cx="3180948" cy="15558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57155" y="604452"/>
            <a:ext cx="3182196" cy="2519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57155" y="856358"/>
            <a:ext cx="3182196" cy="15558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969" y="107515"/>
            <a:ext cx="2368524" cy="45755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4736" y="107517"/>
            <a:ext cx="4024615" cy="23046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9969" y="565073"/>
            <a:ext cx="2368524" cy="1847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1116" y="1890238"/>
            <a:ext cx="4319588" cy="22315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11116" y="241282"/>
            <a:ext cx="4319588" cy="162020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1116" y="2113390"/>
            <a:ext cx="4319588" cy="3169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19509" y="108141"/>
            <a:ext cx="1619845" cy="23040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9969" y="108141"/>
            <a:ext cx="4739548" cy="23040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9969" y="108139"/>
            <a:ext cx="6479382" cy="450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969" y="630081"/>
            <a:ext cx="6479382" cy="1782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9973" y="2502816"/>
            <a:ext cx="1679839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59766" y="2502816"/>
            <a:ext cx="2279782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59514" y="2502816"/>
            <a:ext cx="1679839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组合 95">
            <a:extLst>
              <a:ext uri="{FF2B5EF4-FFF2-40B4-BE49-F238E27FC236}">
                <a16:creationId xmlns:a16="http://schemas.microsoft.com/office/drawing/2014/main" id="{86F79CC0-A14A-EEC3-C7B8-1D2AAC6D07E7}"/>
              </a:ext>
            </a:extLst>
          </p:cNvPr>
          <p:cNvGrpSpPr/>
          <p:nvPr/>
        </p:nvGrpSpPr>
        <p:grpSpPr>
          <a:xfrm>
            <a:off x="772552" y="-1621631"/>
            <a:ext cx="6718168" cy="2217906"/>
            <a:chOff x="1744896" y="457200"/>
            <a:chExt cx="6718168" cy="2217906"/>
          </a:xfrm>
        </p:grpSpPr>
        <p:sp>
          <p:nvSpPr>
            <p:cNvPr id="2" name="Rounded Rectangle 1"/>
            <p:cNvSpPr/>
            <p:nvPr/>
          </p:nvSpPr>
          <p:spPr>
            <a:xfrm>
              <a:off x="1744896" y="457200"/>
              <a:ext cx="6718168" cy="2217906"/>
            </a:xfrm>
            <a:prstGeom prst="roundRect">
              <a:avLst/>
            </a:prstGeom>
            <a:noFill/>
            <a:ln w="19050">
              <a:solidFill>
                <a:srgbClr val="646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124754" y="760512"/>
              <a:ext cx="1590500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r"/>
              <a:r>
                <a:rPr lang="zh-CN" altLang="en-US" sz="1600" b="1" dirty="0">
                  <a:solidFill>
                    <a:srgbClr val="000000"/>
                  </a:solidFill>
                  <a:latin typeface="Times New Roman"/>
                </a:rPr>
                <a:t>位置：优先级 </a:t>
              </a:r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u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709851" y="1217712"/>
              <a:ext cx="1005403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r"/>
              <a:r>
                <a:rPr lang="zh-CN" altLang="en-US" sz="1600" b="1" dirty="0">
                  <a:solidFill>
                    <a:srgbClr val="000000"/>
                  </a:solidFill>
                  <a:latin typeface="Times New Roman"/>
                </a:rPr>
                <a:t>对应任务</a:t>
              </a:r>
              <a:endParaRPr sz="1600"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802550" y="1766352"/>
              <a:ext cx="1912704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r"/>
              <a:r>
                <a:rPr lang="zh-CN" altLang="en-US" sz="1600" b="1" dirty="0">
                  <a:solidFill>
                    <a:srgbClr val="000000"/>
                  </a:solidFill>
                  <a:latin typeface="Times New Roman"/>
                </a:rPr>
                <a:t>运输顺序向量 </a:t>
              </a:r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v</a:t>
              </a:r>
              <a:r>
                <a:rPr sz="1600" b="1" dirty="0">
                  <a:solidFill>
                    <a:srgbClr val="000000"/>
                  </a:solidFill>
                  <a:latin typeface="Times New Roman"/>
                </a:rPr>
                <a:t>1(u)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064214" y="749803"/>
              <a:ext cx="284052" cy="32919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795734" y="749803"/>
              <a:ext cx="284052" cy="32919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2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27254" y="749803"/>
              <a:ext cx="284052" cy="32919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58774" y="749803"/>
              <a:ext cx="284052" cy="32919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4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990294" y="749803"/>
              <a:ext cx="284052" cy="32919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5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866852" y="1202323"/>
              <a:ext cx="67877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>
                  <a:solidFill>
                    <a:srgbClr val="000000"/>
                  </a:solidFill>
                  <a:latin typeface="Times New Roman"/>
                </a:rPr>
                <a:t>Task3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98372" y="1202323"/>
              <a:ext cx="67877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329892" y="1202323"/>
              <a:ext cx="67877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5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61412" y="1202323"/>
              <a:ext cx="67877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792932" y="1202323"/>
              <a:ext cx="67877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4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840480" y="1691640"/>
              <a:ext cx="731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b="1" dirty="0">
                  <a:solidFill>
                    <a:srgbClr val="000000"/>
                  </a:solidFill>
                  <a:latin typeface="Times New Roman"/>
                </a:rPr>
                <a:t>3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572000" y="1691640"/>
              <a:ext cx="731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303520" y="1691640"/>
              <a:ext cx="731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5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035040" y="1691640"/>
              <a:ext cx="731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766560" y="1691640"/>
              <a:ext cx="731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4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A860C236-0230-DF06-9A8C-8D0463A1A671}"/>
                </a:ext>
              </a:extLst>
            </p:cNvPr>
            <p:cNvSpPr txBox="1"/>
            <p:nvPr/>
          </p:nvSpPr>
          <p:spPr>
            <a:xfrm>
              <a:off x="7721813" y="749803"/>
              <a:ext cx="284052" cy="32919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6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1" name="TextBox 14">
              <a:extLst>
                <a:ext uri="{FF2B5EF4-FFF2-40B4-BE49-F238E27FC236}">
                  <a16:creationId xmlns:a16="http://schemas.microsoft.com/office/drawing/2014/main" id="{83224D66-D63A-1603-CEF3-8A72A6BC76F1}"/>
                </a:ext>
              </a:extLst>
            </p:cNvPr>
            <p:cNvSpPr txBox="1"/>
            <p:nvPr/>
          </p:nvSpPr>
          <p:spPr>
            <a:xfrm>
              <a:off x="7524452" y="1202323"/>
              <a:ext cx="67877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6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2" name="Rectangle 19">
              <a:extLst>
                <a:ext uri="{FF2B5EF4-FFF2-40B4-BE49-F238E27FC236}">
                  <a16:creationId xmlns:a16="http://schemas.microsoft.com/office/drawing/2014/main" id="{1AF000E4-1479-5B6B-1F9F-BB79A2B36864}"/>
                </a:ext>
              </a:extLst>
            </p:cNvPr>
            <p:cNvSpPr/>
            <p:nvPr/>
          </p:nvSpPr>
          <p:spPr>
            <a:xfrm>
              <a:off x="7498080" y="1691640"/>
              <a:ext cx="731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6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88DE83C3-B043-AF3A-C64D-5AEBF449696E}"/>
              </a:ext>
            </a:extLst>
          </p:cNvPr>
          <p:cNvGrpSpPr/>
          <p:nvPr/>
        </p:nvGrpSpPr>
        <p:grpSpPr>
          <a:xfrm>
            <a:off x="772552" y="1350169"/>
            <a:ext cx="6718168" cy="2240280"/>
            <a:chOff x="1744896" y="3429000"/>
            <a:chExt cx="6718168" cy="2240280"/>
          </a:xfrm>
        </p:grpSpPr>
        <p:sp>
          <p:nvSpPr>
            <p:cNvPr id="22" name="Rounded Rectangle 21"/>
            <p:cNvSpPr/>
            <p:nvPr/>
          </p:nvSpPr>
          <p:spPr>
            <a:xfrm>
              <a:off x="1744896" y="3429000"/>
              <a:ext cx="6718168" cy="2240280"/>
            </a:xfrm>
            <a:prstGeom prst="roundRect">
              <a:avLst/>
            </a:prstGeom>
            <a:noFill/>
            <a:ln w="19050">
              <a:solidFill>
                <a:srgbClr val="646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905416" y="3762642"/>
              <a:ext cx="809838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r"/>
              <a:r>
                <a:rPr lang="zh-CN" altLang="en-US" sz="1600" b="1" dirty="0"/>
                <a:t>位置</a:t>
              </a:r>
              <a:r>
                <a:rPr sz="1600" b="1" dirty="0">
                  <a:solidFill>
                    <a:srgbClr val="000000"/>
                  </a:solidFill>
                  <a:latin typeface="Times New Roman"/>
                </a:rPr>
                <a:t>: </a:t>
              </a:r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v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709851" y="4219843"/>
              <a:ext cx="1005403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r"/>
              <a:r>
                <a:rPr lang="zh-CN" altLang="en-US" sz="1600" b="1" dirty="0"/>
                <a:t>对应任务</a:t>
              </a:r>
              <a:endParaRPr sz="1600"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802550" y="4768482"/>
              <a:ext cx="1912704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r"/>
              <a:r>
                <a:rPr lang="zh-CN" altLang="en-US" sz="1600" b="1" dirty="0">
                  <a:solidFill>
                    <a:srgbClr val="000000"/>
                  </a:solidFill>
                  <a:latin typeface="Times New Roman"/>
                </a:rPr>
                <a:t>运力分配向量 </a:t>
              </a:r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v</a:t>
              </a:r>
              <a:r>
                <a:rPr lang="en-US" altLang="zh-CN" sz="1600" b="1" dirty="0">
                  <a:solidFill>
                    <a:srgbClr val="000000"/>
                  </a:solidFill>
                  <a:latin typeface="Times New Roman"/>
                </a:rPr>
                <a:t>2</a:t>
              </a:r>
              <a:r>
                <a:rPr sz="1600" b="1" dirty="0">
                  <a:solidFill>
                    <a:srgbClr val="000000"/>
                  </a:solidFill>
                  <a:latin typeface="Times New Roman"/>
                </a:rPr>
                <a:t>(v)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064214" y="3767322"/>
              <a:ext cx="284052" cy="32919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95734" y="3767322"/>
              <a:ext cx="284052" cy="32919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527254" y="3767322"/>
              <a:ext cx="284052" cy="32919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258774" y="3767322"/>
              <a:ext cx="284052" cy="32919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4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990294" y="3767322"/>
              <a:ext cx="284052" cy="32919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5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66852" y="4219843"/>
              <a:ext cx="67877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>
                  <a:solidFill>
                    <a:srgbClr val="000000"/>
                  </a:solidFill>
                  <a:latin typeface="Times New Roman"/>
                </a:rPr>
                <a:t>Task1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598372" y="4219843"/>
              <a:ext cx="67877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>
                  <a:solidFill>
                    <a:srgbClr val="000000"/>
                  </a:solidFill>
                  <a:latin typeface="Times New Roman"/>
                </a:rPr>
                <a:t>Task2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329892" y="4219843"/>
              <a:ext cx="67877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>
                  <a:solidFill>
                    <a:srgbClr val="000000"/>
                  </a:solidFill>
                  <a:latin typeface="Times New Roman"/>
                </a:rPr>
                <a:t>Task3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061412" y="4219843"/>
              <a:ext cx="67877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>
                  <a:solidFill>
                    <a:srgbClr val="000000"/>
                  </a:solidFill>
                  <a:latin typeface="Times New Roman"/>
                </a:rPr>
                <a:t>Task4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792932" y="4219843"/>
              <a:ext cx="67877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>
                  <a:solidFill>
                    <a:srgbClr val="000000"/>
                  </a:solidFill>
                  <a:latin typeface="Times New Roman"/>
                </a:rPr>
                <a:t>Task5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840480" y="4709160"/>
              <a:ext cx="731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2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572000" y="4709160"/>
              <a:ext cx="731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303520" y="4709160"/>
              <a:ext cx="731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035040" y="4709160"/>
              <a:ext cx="731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766560" y="4709160"/>
              <a:ext cx="731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1</a:t>
              </a:r>
            </a:p>
          </p:txBody>
        </p:sp>
        <p:sp>
          <p:nvSpPr>
            <p:cNvPr id="43" name="TextBox 29">
              <a:extLst>
                <a:ext uri="{FF2B5EF4-FFF2-40B4-BE49-F238E27FC236}">
                  <a16:creationId xmlns:a16="http://schemas.microsoft.com/office/drawing/2014/main" id="{CFA5E032-97A8-4981-3B85-6DE582858C1A}"/>
                </a:ext>
              </a:extLst>
            </p:cNvPr>
            <p:cNvSpPr txBox="1"/>
            <p:nvPr/>
          </p:nvSpPr>
          <p:spPr>
            <a:xfrm>
              <a:off x="7721813" y="3767322"/>
              <a:ext cx="284052" cy="329193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6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4" name="TextBox 34">
              <a:extLst>
                <a:ext uri="{FF2B5EF4-FFF2-40B4-BE49-F238E27FC236}">
                  <a16:creationId xmlns:a16="http://schemas.microsoft.com/office/drawing/2014/main" id="{AD5346A6-7567-9A54-C0D7-F22C99BEB8BB}"/>
                </a:ext>
              </a:extLst>
            </p:cNvPr>
            <p:cNvSpPr txBox="1"/>
            <p:nvPr/>
          </p:nvSpPr>
          <p:spPr>
            <a:xfrm>
              <a:off x="7524452" y="4219843"/>
              <a:ext cx="67877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6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Rectangle 39">
              <a:extLst>
                <a:ext uri="{FF2B5EF4-FFF2-40B4-BE49-F238E27FC236}">
                  <a16:creationId xmlns:a16="http://schemas.microsoft.com/office/drawing/2014/main" id="{885E4212-C512-87F0-7E4E-92A0C5DC7377}"/>
                </a:ext>
              </a:extLst>
            </p:cNvPr>
            <p:cNvSpPr/>
            <p:nvPr/>
          </p:nvSpPr>
          <p:spPr>
            <a:xfrm>
              <a:off x="7498080" y="4709160"/>
              <a:ext cx="731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55C30-64B1-39F1-25DC-33CF3373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片 70">
            <a:extLst>
              <a:ext uri="{FF2B5EF4-FFF2-40B4-BE49-F238E27FC236}">
                <a16:creationId xmlns:a16="http://schemas.microsoft.com/office/drawing/2014/main" id="{BE5F0B3E-D24B-A586-0D82-78E193E65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01" y="-1440374"/>
            <a:ext cx="6821424" cy="2321052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43E668C7-F203-9E0F-8789-506FE5446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01" y="1510056"/>
            <a:ext cx="6821424" cy="234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89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E5DF5-7CDD-4876-8D83-CAA3DDEE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组合 95">
            <a:extLst>
              <a:ext uri="{FF2B5EF4-FFF2-40B4-BE49-F238E27FC236}">
                <a16:creationId xmlns:a16="http://schemas.microsoft.com/office/drawing/2014/main" id="{88233BF4-8B1E-881B-81DF-59B43788D795}"/>
              </a:ext>
            </a:extLst>
          </p:cNvPr>
          <p:cNvGrpSpPr/>
          <p:nvPr/>
        </p:nvGrpSpPr>
        <p:grpSpPr>
          <a:xfrm>
            <a:off x="317233" y="-1621631"/>
            <a:ext cx="7173497" cy="2217906"/>
            <a:chOff x="1402092" y="457200"/>
            <a:chExt cx="7060972" cy="2217906"/>
          </a:xfrm>
          <a:solidFill>
            <a:schemeClr val="bg1"/>
          </a:solidFill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01858AAC-BFE3-52FD-02DE-613A218B182B}"/>
                </a:ext>
              </a:extLst>
            </p:cNvPr>
            <p:cNvSpPr/>
            <p:nvPr/>
          </p:nvSpPr>
          <p:spPr>
            <a:xfrm>
              <a:off x="1495425" y="457200"/>
              <a:ext cx="6967639" cy="2217906"/>
            </a:xfrm>
            <a:prstGeom prst="round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5BF54FE-C2AC-F6E5-FD0D-71625F4E4CD4}"/>
                </a:ext>
              </a:extLst>
            </p:cNvPr>
            <p:cNvSpPr txBox="1"/>
            <p:nvPr/>
          </p:nvSpPr>
          <p:spPr>
            <a:xfrm>
              <a:off x="1752857" y="760512"/>
              <a:ext cx="1962397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rgbClr val="000000"/>
                  </a:solidFill>
                  <a:latin typeface="Times New Roman"/>
                </a:rPr>
                <a:t>Position</a:t>
              </a:r>
              <a:r>
                <a:rPr lang="zh-CN" altLang="en-US" sz="1600" b="1" dirty="0">
                  <a:solidFill>
                    <a:srgbClr val="000000"/>
                  </a:solidFill>
                  <a:latin typeface="Times New Roman"/>
                </a:rPr>
                <a:t>：</a:t>
              </a:r>
              <a:r>
                <a:rPr lang="en-US" altLang="zh-CN" sz="1600" b="1" dirty="0">
                  <a:solidFill>
                    <a:srgbClr val="000000"/>
                  </a:solidFill>
                  <a:latin typeface="Times New Roman"/>
                </a:rPr>
                <a:t>Priority</a:t>
              </a:r>
              <a:r>
                <a:rPr lang="zh-CN" altLang="en-US" sz="1600" b="1" dirty="0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u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3A8C2F2-5748-C7BA-6FE5-4E1E63CE6F41}"/>
                </a:ext>
              </a:extLst>
            </p:cNvPr>
            <p:cNvSpPr txBox="1"/>
            <p:nvPr/>
          </p:nvSpPr>
          <p:spPr>
            <a:xfrm>
              <a:off x="1781117" y="1217712"/>
              <a:ext cx="1934138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rgbClr val="000000"/>
                  </a:solidFill>
                  <a:latin typeface="Times New Roman"/>
                </a:rPr>
                <a:t>Corresponding Task</a:t>
              </a:r>
              <a:endParaRPr sz="1600"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B94CDD2-F632-2C5E-12F2-503ACF42E456}"/>
                </a:ext>
              </a:extLst>
            </p:cNvPr>
            <p:cNvSpPr txBox="1"/>
            <p:nvPr/>
          </p:nvSpPr>
          <p:spPr>
            <a:xfrm>
              <a:off x="1402092" y="1777132"/>
              <a:ext cx="240099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rgbClr val="000000"/>
                  </a:solidFill>
                  <a:latin typeface="Times New Roman"/>
                </a:rPr>
                <a:t>Transport Sequence </a:t>
              </a:r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v</a:t>
              </a:r>
              <a:r>
                <a:rPr sz="1600" b="1" dirty="0">
                  <a:solidFill>
                    <a:srgbClr val="000000"/>
                  </a:solidFill>
                  <a:latin typeface="Times New Roman"/>
                </a:rPr>
                <a:t>1(u)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8DD919C-EED3-6B49-9567-C10071F3C866}"/>
                </a:ext>
              </a:extLst>
            </p:cNvPr>
            <p:cNvSpPr txBox="1"/>
            <p:nvPr/>
          </p:nvSpPr>
          <p:spPr>
            <a:xfrm>
              <a:off x="4066440" y="749803"/>
              <a:ext cx="279596" cy="329193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3EB4CB0-4B4B-E025-6C02-8149AED6D6F9}"/>
                </a:ext>
              </a:extLst>
            </p:cNvPr>
            <p:cNvSpPr txBox="1"/>
            <p:nvPr/>
          </p:nvSpPr>
          <p:spPr>
            <a:xfrm>
              <a:off x="4797961" y="749803"/>
              <a:ext cx="279596" cy="329193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489D78-E786-10E9-558A-E24E378FE812}"/>
                </a:ext>
              </a:extLst>
            </p:cNvPr>
            <p:cNvSpPr txBox="1"/>
            <p:nvPr/>
          </p:nvSpPr>
          <p:spPr>
            <a:xfrm>
              <a:off x="5529481" y="749803"/>
              <a:ext cx="279596" cy="329193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B2A221-44E8-1356-D5BE-77AF1FED4E78}"/>
                </a:ext>
              </a:extLst>
            </p:cNvPr>
            <p:cNvSpPr txBox="1"/>
            <p:nvPr/>
          </p:nvSpPr>
          <p:spPr>
            <a:xfrm>
              <a:off x="6261001" y="749803"/>
              <a:ext cx="279596" cy="329193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FF6DC3-176A-8BC8-6566-AD1251EC1595}"/>
                </a:ext>
              </a:extLst>
            </p:cNvPr>
            <p:cNvSpPr txBox="1"/>
            <p:nvPr/>
          </p:nvSpPr>
          <p:spPr>
            <a:xfrm>
              <a:off x="6992521" y="749803"/>
              <a:ext cx="279596" cy="329193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5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AB59908-3A72-25D8-1E72-9FE2B2BC2203}"/>
                </a:ext>
              </a:extLst>
            </p:cNvPr>
            <p:cNvSpPr txBox="1"/>
            <p:nvPr/>
          </p:nvSpPr>
          <p:spPr>
            <a:xfrm>
              <a:off x="3866852" y="1202323"/>
              <a:ext cx="678776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>
                  <a:solidFill>
                    <a:srgbClr val="000000"/>
                  </a:solidFill>
                  <a:latin typeface="Times New Roman"/>
                </a:rPr>
                <a:t>Task3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446DC4-0C05-9DEF-65F3-C50935586069}"/>
                </a:ext>
              </a:extLst>
            </p:cNvPr>
            <p:cNvSpPr txBox="1"/>
            <p:nvPr/>
          </p:nvSpPr>
          <p:spPr>
            <a:xfrm>
              <a:off x="4598372" y="1202323"/>
              <a:ext cx="678776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9160D80-2A64-7BBF-06CC-8AC8BAEF6D9E}"/>
                </a:ext>
              </a:extLst>
            </p:cNvPr>
            <p:cNvSpPr txBox="1"/>
            <p:nvPr/>
          </p:nvSpPr>
          <p:spPr>
            <a:xfrm>
              <a:off x="5329892" y="1202323"/>
              <a:ext cx="678776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5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5EA2EA-52AD-7442-F65E-0D2331385CF9}"/>
                </a:ext>
              </a:extLst>
            </p:cNvPr>
            <p:cNvSpPr txBox="1"/>
            <p:nvPr/>
          </p:nvSpPr>
          <p:spPr>
            <a:xfrm>
              <a:off x="6061412" y="1202323"/>
              <a:ext cx="678776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A8EE04-BDA2-94AE-43F8-B9B00725D533}"/>
                </a:ext>
              </a:extLst>
            </p:cNvPr>
            <p:cNvSpPr txBox="1"/>
            <p:nvPr/>
          </p:nvSpPr>
          <p:spPr>
            <a:xfrm>
              <a:off x="6792932" y="1202323"/>
              <a:ext cx="678776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4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9A2BE93-B438-35E4-FE7D-4B2BB38C3669}"/>
                </a:ext>
              </a:extLst>
            </p:cNvPr>
            <p:cNvSpPr/>
            <p:nvPr/>
          </p:nvSpPr>
          <p:spPr>
            <a:xfrm>
              <a:off x="3840480" y="1691640"/>
              <a:ext cx="731520" cy="548640"/>
            </a:xfrm>
            <a:prstGeom prst="rect">
              <a:avLst/>
            </a:prstGeom>
            <a:solidFill>
              <a:srgbClr val="A5DFF9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b="1" dirty="0">
                  <a:solidFill>
                    <a:srgbClr val="000000"/>
                  </a:solidFill>
                  <a:latin typeface="Times New Roman"/>
                </a:rPr>
                <a:t>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502093-F3C8-F92A-62B8-00B6C996DCA5}"/>
                </a:ext>
              </a:extLst>
            </p:cNvPr>
            <p:cNvSpPr/>
            <p:nvPr/>
          </p:nvSpPr>
          <p:spPr>
            <a:xfrm>
              <a:off x="4572000" y="1691640"/>
              <a:ext cx="731520" cy="548640"/>
            </a:xfrm>
            <a:prstGeom prst="rect">
              <a:avLst/>
            </a:prstGeom>
            <a:solidFill>
              <a:srgbClr val="FEFED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54A7E12-5180-E321-AF52-4095B6FE2954}"/>
                </a:ext>
              </a:extLst>
            </p:cNvPr>
            <p:cNvSpPr/>
            <p:nvPr/>
          </p:nvSpPr>
          <p:spPr>
            <a:xfrm>
              <a:off x="5303520" y="1691640"/>
              <a:ext cx="731520" cy="5486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5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B99C14-E572-FD2F-8B29-152542AF1982}"/>
                </a:ext>
              </a:extLst>
            </p:cNvPr>
            <p:cNvSpPr/>
            <p:nvPr/>
          </p:nvSpPr>
          <p:spPr>
            <a:xfrm>
              <a:off x="6035040" y="1691640"/>
              <a:ext cx="731520" cy="548640"/>
            </a:xfrm>
            <a:prstGeom prst="rect">
              <a:avLst/>
            </a:prstGeom>
            <a:solidFill>
              <a:srgbClr val="A8DBA8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2B32FA5-91B9-35C0-127A-5F69C27EC8DD}"/>
                </a:ext>
              </a:extLst>
            </p:cNvPr>
            <p:cNvSpPr/>
            <p:nvPr/>
          </p:nvSpPr>
          <p:spPr>
            <a:xfrm>
              <a:off x="6766560" y="1691640"/>
              <a:ext cx="731520" cy="548640"/>
            </a:xfrm>
            <a:prstGeom prst="rect">
              <a:avLst/>
            </a:prstGeom>
            <a:solidFill>
              <a:srgbClr val="FEC8C9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4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21A72C5C-DDE0-CD19-7CC2-9F1ACCFA3C42}"/>
                </a:ext>
              </a:extLst>
            </p:cNvPr>
            <p:cNvSpPr txBox="1"/>
            <p:nvPr/>
          </p:nvSpPr>
          <p:spPr>
            <a:xfrm>
              <a:off x="7724041" y="749803"/>
              <a:ext cx="279596" cy="329193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6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1" name="TextBox 14">
              <a:extLst>
                <a:ext uri="{FF2B5EF4-FFF2-40B4-BE49-F238E27FC236}">
                  <a16:creationId xmlns:a16="http://schemas.microsoft.com/office/drawing/2014/main" id="{5AD61583-2061-B19F-F75D-EC9BA48CDCBB}"/>
                </a:ext>
              </a:extLst>
            </p:cNvPr>
            <p:cNvSpPr txBox="1"/>
            <p:nvPr/>
          </p:nvSpPr>
          <p:spPr>
            <a:xfrm>
              <a:off x="7524452" y="1202323"/>
              <a:ext cx="678776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6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2" name="Rectangle 19">
              <a:extLst>
                <a:ext uri="{FF2B5EF4-FFF2-40B4-BE49-F238E27FC236}">
                  <a16:creationId xmlns:a16="http://schemas.microsoft.com/office/drawing/2014/main" id="{F75B994B-C4C4-B6F3-D291-E111A5B832E2}"/>
                </a:ext>
              </a:extLst>
            </p:cNvPr>
            <p:cNvSpPr/>
            <p:nvPr/>
          </p:nvSpPr>
          <p:spPr>
            <a:xfrm>
              <a:off x="7498080" y="1691640"/>
              <a:ext cx="731520" cy="548640"/>
            </a:xfrm>
            <a:prstGeom prst="rect">
              <a:avLst/>
            </a:prstGeom>
            <a:solidFill>
              <a:srgbClr val="FEEE7D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6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35BC830-38F7-3380-AFEF-37FD0054FF6B}"/>
              </a:ext>
            </a:extLst>
          </p:cNvPr>
          <p:cNvGrpSpPr/>
          <p:nvPr/>
        </p:nvGrpSpPr>
        <p:grpSpPr>
          <a:xfrm>
            <a:off x="317224" y="1281321"/>
            <a:ext cx="7159326" cy="2240280"/>
            <a:chOff x="1303737" y="3429000"/>
            <a:chExt cx="7159326" cy="2240280"/>
          </a:xfrm>
        </p:grpSpPr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600E2F32-B440-E7C2-2809-3ECA251B59A1}"/>
                </a:ext>
              </a:extLst>
            </p:cNvPr>
            <p:cNvGrpSpPr/>
            <p:nvPr/>
          </p:nvGrpSpPr>
          <p:grpSpPr>
            <a:xfrm>
              <a:off x="1303737" y="3429000"/>
              <a:ext cx="7159326" cy="2240280"/>
              <a:chOff x="1668352" y="3429000"/>
              <a:chExt cx="6794712" cy="2240280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6C5926C5-8E01-6556-CA7B-3FA74A3F1624}"/>
                  </a:ext>
                </a:extLst>
              </p:cNvPr>
              <p:cNvSpPr/>
              <p:nvPr/>
            </p:nvSpPr>
            <p:spPr>
              <a:xfrm>
                <a:off x="1744896" y="3429000"/>
                <a:ext cx="6718168" cy="2240280"/>
              </a:xfrm>
              <a:prstGeom prst="roundRect">
                <a:avLst/>
              </a:prstGeom>
              <a:noFill/>
              <a:ln w="19050">
                <a:solidFill>
                  <a:srgbClr val="64646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b="1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00CDA14-12FC-D492-B4CE-860982C0C32C}"/>
                  </a:ext>
                </a:extLst>
              </p:cNvPr>
              <p:cNvSpPr txBox="1"/>
              <p:nvPr/>
            </p:nvSpPr>
            <p:spPr>
              <a:xfrm>
                <a:off x="2451177" y="3819792"/>
                <a:ext cx="103014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/>
                <a:r>
                  <a:rPr lang="en-US" altLang="zh-CN" sz="1600" b="1" dirty="0"/>
                  <a:t>Position</a:t>
                </a:r>
                <a:r>
                  <a:rPr sz="1600" b="1" dirty="0">
                    <a:solidFill>
                      <a:srgbClr val="000000"/>
                    </a:solidFill>
                    <a:latin typeface="Times New Roman"/>
                  </a:rPr>
                  <a:t>: </a:t>
                </a:r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v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2B89C54-849F-F0C3-D4B9-5B1B200C4CC7}"/>
                  </a:ext>
                </a:extLst>
              </p:cNvPr>
              <p:cNvSpPr txBox="1"/>
              <p:nvPr/>
            </p:nvSpPr>
            <p:spPr>
              <a:xfrm>
                <a:off x="1980839" y="4294137"/>
                <a:ext cx="1864888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/>
                  </a:rPr>
                  <a:t>Corresponding Task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E30A956-F2BE-D9BD-C8AD-59A91726B581}"/>
                  </a:ext>
                </a:extLst>
              </p:cNvPr>
              <p:cNvSpPr txBox="1"/>
              <p:nvPr/>
            </p:nvSpPr>
            <p:spPr>
              <a:xfrm>
                <a:off x="1668352" y="4768482"/>
                <a:ext cx="2489864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/>
                  </a:rPr>
                  <a:t>Transport Assignment </a:t>
                </a:r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v</a:t>
                </a:r>
                <a:r>
                  <a:rPr lang="en-US" altLang="zh-CN" sz="1600" b="1" dirty="0">
                    <a:solidFill>
                      <a:srgbClr val="000000"/>
                    </a:solidFill>
                    <a:latin typeface="Times New Roman"/>
                  </a:rPr>
                  <a:t>2</a:t>
                </a:r>
                <a:r>
                  <a:rPr sz="1600" b="1" dirty="0">
                    <a:solidFill>
                      <a:srgbClr val="000000"/>
                    </a:solidFill>
                    <a:latin typeface="Times New Roman"/>
                  </a:rPr>
                  <a:t>(v)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3BA4002-0B7A-3D8B-C7AA-FDAADB4E5547}"/>
                  </a:ext>
                </a:extLst>
              </p:cNvPr>
              <p:cNvSpPr txBox="1"/>
              <p:nvPr/>
            </p:nvSpPr>
            <p:spPr>
              <a:xfrm>
                <a:off x="4249459" y="3784466"/>
                <a:ext cx="269586" cy="32919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b="1">
                    <a:solidFill>
                      <a:srgbClr val="000000"/>
                    </a:solidFill>
                    <a:latin typeface="Times New Roman"/>
                  </a:rPr>
                  <a:t>1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823D074-D87E-334A-B8DA-03B3BD9B3EE1}"/>
                  </a:ext>
                </a:extLst>
              </p:cNvPr>
              <p:cNvSpPr txBox="1"/>
              <p:nvPr/>
            </p:nvSpPr>
            <p:spPr>
              <a:xfrm>
                <a:off x="4980980" y="3784466"/>
                <a:ext cx="269586" cy="32919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b="1">
                    <a:solidFill>
                      <a:srgbClr val="000000"/>
                    </a:solidFill>
                    <a:latin typeface="Times New Roman"/>
                  </a:rPr>
                  <a:t>2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E887E7-B88D-3425-CB7F-EBBDCE7E3C61}"/>
                  </a:ext>
                </a:extLst>
              </p:cNvPr>
              <p:cNvSpPr txBox="1"/>
              <p:nvPr/>
            </p:nvSpPr>
            <p:spPr>
              <a:xfrm>
                <a:off x="5712499" y="3784466"/>
                <a:ext cx="269586" cy="32919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b="1">
                    <a:solidFill>
                      <a:srgbClr val="000000"/>
                    </a:solidFill>
                    <a:latin typeface="Times New Roman"/>
                  </a:rPr>
                  <a:t>3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DACBE1-24EC-099B-7B50-63C11E29AE80}"/>
                  </a:ext>
                </a:extLst>
              </p:cNvPr>
              <p:cNvSpPr txBox="1"/>
              <p:nvPr/>
            </p:nvSpPr>
            <p:spPr>
              <a:xfrm>
                <a:off x="6444020" y="3784466"/>
                <a:ext cx="269586" cy="32919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b="1">
                    <a:solidFill>
                      <a:srgbClr val="000000"/>
                    </a:solidFill>
                    <a:latin typeface="Times New Roman"/>
                  </a:rPr>
                  <a:t>4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F0DDBA4-CA42-D5B7-7373-87721E49D5D8}"/>
                  </a:ext>
                </a:extLst>
              </p:cNvPr>
              <p:cNvSpPr txBox="1"/>
              <p:nvPr/>
            </p:nvSpPr>
            <p:spPr>
              <a:xfrm>
                <a:off x="7175539" y="3784466"/>
                <a:ext cx="269586" cy="32919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b="1">
                    <a:solidFill>
                      <a:srgbClr val="000000"/>
                    </a:solidFill>
                    <a:latin typeface="Times New Roman"/>
                  </a:rPr>
                  <a:t>5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13A675-83AF-06D5-CC37-90D5B98D0520}"/>
                  </a:ext>
                </a:extLst>
              </p:cNvPr>
              <p:cNvSpPr txBox="1"/>
              <p:nvPr/>
            </p:nvSpPr>
            <p:spPr>
              <a:xfrm>
                <a:off x="4062149" y="4236987"/>
                <a:ext cx="64420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Task1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EADF8AA-90DA-E2A3-168F-C22252491C4A}"/>
                  </a:ext>
                </a:extLst>
              </p:cNvPr>
              <p:cNvSpPr txBox="1"/>
              <p:nvPr/>
            </p:nvSpPr>
            <p:spPr>
              <a:xfrm>
                <a:off x="4793668" y="4236987"/>
                <a:ext cx="64420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Task2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1E194BF-B643-1871-603C-C97DCE9D1FC4}"/>
                  </a:ext>
                </a:extLst>
              </p:cNvPr>
              <p:cNvSpPr txBox="1"/>
              <p:nvPr/>
            </p:nvSpPr>
            <p:spPr>
              <a:xfrm>
                <a:off x="5525190" y="4236987"/>
                <a:ext cx="64420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Task3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A29F030-DAD2-C6AD-3AA3-A363FBCE9599}"/>
                  </a:ext>
                </a:extLst>
              </p:cNvPr>
              <p:cNvSpPr txBox="1"/>
              <p:nvPr/>
            </p:nvSpPr>
            <p:spPr>
              <a:xfrm>
                <a:off x="6256709" y="4236987"/>
                <a:ext cx="64420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Task4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548D2E-5811-F25A-DE43-9AADAA8E8C12}"/>
                  </a:ext>
                </a:extLst>
              </p:cNvPr>
              <p:cNvSpPr txBox="1"/>
              <p:nvPr/>
            </p:nvSpPr>
            <p:spPr>
              <a:xfrm>
                <a:off x="6988229" y="4236987"/>
                <a:ext cx="64420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Task5</a:t>
                </a:r>
              </a:p>
            </p:txBody>
          </p:sp>
          <p:sp>
            <p:nvSpPr>
              <p:cNvPr id="43" name="TextBox 29">
                <a:extLst>
                  <a:ext uri="{FF2B5EF4-FFF2-40B4-BE49-F238E27FC236}">
                    <a16:creationId xmlns:a16="http://schemas.microsoft.com/office/drawing/2014/main" id="{66FFF1F5-B2CE-AAF7-5756-3713A46DCBD0}"/>
                  </a:ext>
                </a:extLst>
              </p:cNvPr>
              <p:cNvSpPr txBox="1"/>
              <p:nvPr/>
            </p:nvSpPr>
            <p:spPr>
              <a:xfrm>
                <a:off x="7907059" y="3784466"/>
                <a:ext cx="269586" cy="32919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  <a:latin typeface="Times New Roman"/>
                  </a:rPr>
                  <a:t>6</a:t>
                </a:r>
                <a:endParaRPr b="1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44" name="TextBox 34">
                <a:extLst>
                  <a:ext uri="{FF2B5EF4-FFF2-40B4-BE49-F238E27FC236}">
                    <a16:creationId xmlns:a16="http://schemas.microsoft.com/office/drawing/2014/main" id="{879E7F61-7BAB-3BCB-6330-8EC38B101115}"/>
                  </a:ext>
                </a:extLst>
              </p:cNvPr>
              <p:cNvSpPr txBox="1"/>
              <p:nvPr/>
            </p:nvSpPr>
            <p:spPr>
              <a:xfrm>
                <a:off x="7719749" y="4236987"/>
                <a:ext cx="64420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Task</a:t>
                </a:r>
                <a:r>
                  <a:rPr lang="en-US" altLang="zh-CN" sz="1600" b="1" i="1" dirty="0">
                    <a:solidFill>
                      <a:srgbClr val="000000"/>
                    </a:solidFill>
                    <a:latin typeface="Times New Roman"/>
                  </a:rPr>
                  <a:t>6</a:t>
                </a:r>
                <a:endParaRPr sz="1600" b="1" i="1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B451D267-E4D5-8DBC-4466-7D6ED495A2B8}"/>
                </a:ext>
              </a:extLst>
            </p:cNvPr>
            <p:cNvSpPr/>
            <p:nvPr/>
          </p:nvSpPr>
          <p:spPr>
            <a:xfrm>
              <a:off x="3881326" y="4661655"/>
              <a:ext cx="743178" cy="548640"/>
            </a:xfrm>
            <a:prstGeom prst="rect">
              <a:avLst/>
            </a:prstGeom>
            <a:solidFill>
              <a:srgbClr val="A5DFF9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7" name="Rectangle 16">
              <a:extLst>
                <a:ext uri="{FF2B5EF4-FFF2-40B4-BE49-F238E27FC236}">
                  <a16:creationId xmlns:a16="http://schemas.microsoft.com/office/drawing/2014/main" id="{1AD0EE63-C497-39C6-4F91-A6B1578D7401}"/>
                </a:ext>
              </a:extLst>
            </p:cNvPr>
            <p:cNvSpPr/>
            <p:nvPr/>
          </p:nvSpPr>
          <p:spPr>
            <a:xfrm>
              <a:off x="4624504" y="4661655"/>
              <a:ext cx="743178" cy="548640"/>
            </a:xfrm>
            <a:prstGeom prst="rect">
              <a:avLst/>
            </a:prstGeom>
            <a:solidFill>
              <a:srgbClr val="FEEE7D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8" name="Rectangle 17">
              <a:extLst>
                <a:ext uri="{FF2B5EF4-FFF2-40B4-BE49-F238E27FC236}">
                  <a16:creationId xmlns:a16="http://schemas.microsoft.com/office/drawing/2014/main" id="{A1080361-DE00-2606-3E6C-96633D843372}"/>
                </a:ext>
              </a:extLst>
            </p:cNvPr>
            <p:cNvSpPr/>
            <p:nvPr/>
          </p:nvSpPr>
          <p:spPr>
            <a:xfrm>
              <a:off x="5367682" y="4661655"/>
              <a:ext cx="743178" cy="548640"/>
            </a:xfrm>
            <a:prstGeom prst="rect">
              <a:avLst/>
            </a:prstGeom>
            <a:solidFill>
              <a:srgbClr val="A5DFF9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9" name="Rectangle 18">
              <a:extLst>
                <a:ext uri="{FF2B5EF4-FFF2-40B4-BE49-F238E27FC236}">
                  <a16:creationId xmlns:a16="http://schemas.microsoft.com/office/drawing/2014/main" id="{00079951-1D7C-9816-143D-B73CDEB578B9}"/>
                </a:ext>
              </a:extLst>
            </p:cNvPr>
            <p:cNvSpPr/>
            <p:nvPr/>
          </p:nvSpPr>
          <p:spPr>
            <a:xfrm>
              <a:off x="6110859" y="4661655"/>
              <a:ext cx="743178" cy="548640"/>
            </a:xfrm>
            <a:prstGeom prst="rect">
              <a:avLst/>
            </a:prstGeom>
            <a:solidFill>
              <a:srgbClr val="FEEE7D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0" name="Rectangle 19">
              <a:extLst>
                <a:ext uri="{FF2B5EF4-FFF2-40B4-BE49-F238E27FC236}">
                  <a16:creationId xmlns:a16="http://schemas.microsoft.com/office/drawing/2014/main" id="{21D2A8F2-0448-50F1-3214-EA944353028F}"/>
                </a:ext>
              </a:extLst>
            </p:cNvPr>
            <p:cNvSpPr/>
            <p:nvPr/>
          </p:nvSpPr>
          <p:spPr>
            <a:xfrm>
              <a:off x="6854037" y="4661655"/>
              <a:ext cx="743178" cy="548640"/>
            </a:xfrm>
            <a:prstGeom prst="rect">
              <a:avLst/>
            </a:prstGeom>
            <a:solidFill>
              <a:srgbClr val="FEEE7D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1" name="Rectangle 19">
              <a:extLst>
                <a:ext uri="{FF2B5EF4-FFF2-40B4-BE49-F238E27FC236}">
                  <a16:creationId xmlns:a16="http://schemas.microsoft.com/office/drawing/2014/main" id="{53A93804-C97F-96C0-DA34-EFCA4729582A}"/>
                </a:ext>
              </a:extLst>
            </p:cNvPr>
            <p:cNvSpPr/>
            <p:nvPr/>
          </p:nvSpPr>
          <p:spPr>
            <a:xfrm>
              <a:off x="7597215" y="4661655"/>
              <a:ext cx="743178" cy="548640"/>
            </a:xfrm>
            <a:prstGeom prst="rect">
              <a:avLst/>
            </a:prstGeom>
            <a:solidFill>
              <a:srgbClr val="A5DFF9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283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5697-5FAF-8B4C-5A96-9B19E40B2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8993659-FCBA-1C87-4B3B-804BE959A435}"/>
              </a:ext>
            </a:extLst>
          </p:cNvPr>
          <p:cNvGrpSpPr/>
          <p:nvPr/>
        </p:nvGrpSpPr>
        <p:grpSpPr>
          <a:xfrm>
            <a:off x="-31490" y="215940"/>
            <a:ext cx="7173497" cy="2217906"/>
            <a:chOff x="1402092" y="457200"/>
            <a:chExt cx="7060972" cy="2217906"/>
          </a:xfrm>
          <a:solidFill>
            <a:schemeClr val="bg1"/>
          </a:solidFill>
        </p:grpSpPr>
        <p:sp>
          <p:nvSpPr>
            <p:cNvPr id="3" name="Rounded Rectangle 1">
              <a:extLst>
                <a:ext uri="{FF2B5EF4-FFF2-40B4-BE49-F238E27FC236}">
                  <a16:creationId xmlns:a16="http://schemas.microsoft.com/office/drawing/2014/main" id="{BE32CFDD-3FFF-EC6C-D311-4166907F8261}"/>
                </a:ext>
              </a:extLst>
            </p:cNvPr>
            <p:cNvSpPr/>
            <p:nvPr/>
          </p:nvSpPr>
          <p:spPr>
            <a:xfrm>
              <a:off x="1495425" y="457200"/>
              <a:ext cx="6967639" cy="2217906"/>
            </a:xfrm>
            <a:prstGeom prst="round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 dirty="0"/>
            </a:p>
          </p:txBody>
        </p:sp>
        <p:sp>
          <p:nvSpPr>
            <p:cNvPr id="4" name="TextBox 2">
              <a:extLst>
                <a:ext uri="{FF2B5EF4-FFF2-40B4-BE49-F238E27FC236}">
                  <a16:creationId xmlns:a16="http://schemas.microsoft.com/office/drawing/2014/main" id="{AE9D7736-F34F-53EB-5102-8C7E4A757DEC}"/>
                </a:ext>
              </a:extLst>
            </p:cNvPr>
            <p:cNvSpPr txBox="1"/>
            <p:nvPr/>
          </p:nvSpPr>
          <p:spPr>
            <a:xfrm>
              <a:off x="1752857" y="760512"/>
              <a:ext cx="1962397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rgbClr val="000000"/>
                  </a:solidFill>
                  <a:latin typeface="Times New Roman"/>
                </a:rPr>
                <a:t>Position</a:t>
              </a:r>
              <a:r>
                <a:rPr lang="zh-CN" altLang="en-US" sz="1600" b="1" dirty="0">
                  <a:solidFill>
                    <a:srgbClr val="000000"/>
                  </a:solidFill>
                  <a:latin typeface="Times New Roman"/>
                </a:rPr>
                <a:t>：</a:t>
              </a:r>
              <a:r>
                <a:rPr lang="en-US" altLang="zh-CN" sz="1600" b="1" dirty="0">
                  <a:solidFill>
                    <a:srgbClr val="000000"/>
                  </a:solidFill>
                  <a:latin typeface="Times New Roman"/>
                </a:rPr>
                <a:t>Priority</a:t>
              </a:r>
              <a:r>
                <a:rPr lang="zh-CN" altLang="en-US" sz="1600" b="1" dirty="0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u</a:t>
              </a:r>
            </a:p>
          </p:txBody>
        </p:sp>
        <p:sp>
          <p:nvSpPr>
            <p:cNvPr id="5" name="TextBox 3">
              <a:extLst>
                <a:ext uri="{FF2B5EF4-FFF2-40B4-BE49-F238E27FC236}">
                  <a16:creationId xmlns:a16="http://schemas.microsoft.com/office/drawing/2014/main" id="{79C3BEC1-5F7A-4388-295D-218BAC32DC6A}"/>
                </a:ext>
              </a:extLst>
            </p:cNvPr>
            <p:cNvSpPr txBox="1"/>
            <p:nvPr/>
          </p:nvSpPr>
          <p:spPr>
            <a:xfrm>
              <a:off x="1781117" y="1217712"/>
              <a:ext cx="1934138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rgbClr val="000000"/>
                  </a:solidFill>
                  <a:latin typeface="Times New Roman"/>
                </a:rPr>
                <a:t>Corresponding Task</a:t>
              </a:r>
              <a:endParaRPr sz="1600"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4DBDDE0E-A09C-2EE2-D99D-0E138C30D3BE}"/>
                </a:ext>
              </a:extLst>
            </p:cNvPr>
            <p:cNvSpPr txBox="1"/>
            <p:nvPr/>
          </p:nvSpPr>
          <p:spPr>
            <a:xfrm>
              <a:off x="1402092" y="1777132"/>
              <a:ext cx="2400996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rgbClr val="000000"/>
                  </a:solidFill>
                  <a:latin typeface="Times New Roman"/>
                </a:rPr>
                <a:t>Transport Sequence </a:t>
              </a:r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v</a:t>
              </a:r>
              <a:r>
                <a:rPr sz="1600" b="1" dirty="0">
                  <a:solidFill>
                    <a:srgbClr val="000000"/>
                  </a:solidFill>
                  <a:latin typeface="Times New Roman"/>
                </a:rPr>
                <a:t>1(u)</a:t>
              </a:r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394B2BA6-5160-3275-435C-D0EC2722E80A}"/>
                </a:ext>
              </a:extLst>
            </p:cNvPr>
            <p:cNvSpPr txBox="1"/>
            <p:nvPr/>
          </p:nvSpPr>
          <p:spPr>
            <a:xfrm>
              <a:off x="4066440" y="749803"/>
              <a:ext cx="279596" cy="329193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1</a:t>
              </a:r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EFC22585-E005-7445-9BA6-4A60B227B39D}"/>
                </a:ext>
              </a:extLst>
            </p:cNvPr>
            <p:cNvSpPr txBox="1"/>
            <p:nvPr/>
          </p:nvSpPr>
          <p:spPr>
            <a:xfrm>
              <a:off x="4797961" y="749803"/>
              <a:ext cx="279596" cy="329193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2</a:t>
              </a:r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795DA788-E9A9-EA0D-13EF-B924836D66F7}"/>
                </a:ext>
              </a:extLst>
            </p:cNvPr>
            <p:cNvSpPr txBox="1"/>
            <p:nvPr/>
          </p:nvSpPr>
          <p:spPr>
            <a:xfrm>
              <a:off x="5529481" y="749803"/>
              <a:ext cx="279596" cy="329193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3</a:t>
              </a:r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3265BD8A-75FC-D0A3-576A-A7608ACF27C1}"/>
                </a:ext>
              </a:extLst>
            </p:cNvPr>
            <p:cNvSpPr txBox="1"/>
            <p:nvPr/>
          </p:nvSpPr>
          <p:spPr>
            <a:xfrm>
              <a:off x="6261001" y="749803"/>
              <a:ext cx="279596" cy="329193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4</a:t>
              </a:r>
            </a:p>
          </p:txBody>
        </p: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9BEE9485-2E86-8327-4D06-C927E4B39372}"/>
                </a:ext>
              </a:extLst>
            </p:cNvPr>
            <p:cNvSpPr txBox="1"/>
            <p:nvPr/>
          </p:nvSpPr>
          <p:spPr>
            <a:xfrm>
              <a:off x="6992521" y="749803"/>
              <a:ext cx="279596" cy="329193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b="1">
                  <a:solidFill>
                    <a:srgbClr val="000000"/>
                  </a:solidFill>
                  <a:latin typeface="Times New Roman"/>
                </a:rPr>
                <a:t>5</a:t>
              </a:r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AD01DFCB-4D37-948E-EB06-87B0F17AFE9E}"/>
                </a:ext>
              </a:extLst>
            </p:cNvPr>
            <p:cNvSpPr txBox="1"/>
            <p:nvPr/>
          </p:nvSpPr>
          <p:spPr>
            <a:xfrm>
              <a:off x="3866852" y="1202323"/>
              <a:ext cx="678776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>
                  <a:solidFill>
                    <a:srgbClr val="000000"/>
                  </a:solidFill>
                  <a:latin typeface="Times New Roman"/>
                </a:rPr>
                <a:t>Task3</a:t>
              </a:r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18129B56-4265-8878-6389-1C2DEBFB8866}"/>
                </a:ext>
              </a:extLst>
            </p:cNvPr>
            <p:cNvSpPr txBox="1"/>
            <p:nvPr/>
          </p:nvSpPr>
          <p:spPr>
            <a:xfrm>
              <a:off x="4598372" y="1202323"/>
              <a:ext cx="678776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4" name="TextBox 12">
              <a:extLst>
                <a:ext uri="{FF2B5EF4-FFF2-40B4-BE49-F238E27FC236}">
                  <a16:creationId xmlns:a16="http://schemas.microsoft.com/office/drawing/2014/main" id="{BA347173-15E0-A82D-ABD7-414C2C727B07}"/>
                </a:ext>
              </a:extLst>
            </p:cNvPr>
            <p:cNvSpPr txBox="1"/>
            <p:nvPr/>
          </p:nvSpPr>
          <p:spPr>
            <a:xfrm>
              <a:off x="5329892" y="1202323"/>
              <a:ext cx="678776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5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5" name="TextBox 13">
              <a:extLst>
                <a:ext uri="{FF2B5EF4-FFF2-40B4-BE49-F238E27FC236}">
                  <a16:creationId xmlns:a16="http://schemas.microsoft.com/office/drawing/2014/main" id="{6DF490A1-AFC4-42B0-3F86-D26D757DBEFF}"/>
                </a:ext>
              </a:extLst>
            </p:cNvPr>
            <p:cNvSpPr txBox="1"/>
            <p:nvPr/>
          </p:nvSpPr>
          <p:spPr>
            <a:xfrm>
              <a:off x="6061412" y="1202323"/>
              <a:ext cx="678776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99FB7340-571F-2846-DB9C-E7F8A363A59E}"/>
                </a:ext>
              </a:extLst>
            </p:cNvPr>
            <p:cNvSpPr txBox="1"/>
            <p:nvPr/>
          </p:nvSpPr>
          <p:spPr>
            <a:xfrm>
              <a:off x="6792932" y="1202323"/>
              <a:ext cx="678776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4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587D9964-8650-F7DB-5896-4B17B896A1DA}"/>
                </a:ext>
              </a:extLst>
            </p:cNvPr>
            <p:cNvSpPr/>
            <p:nvPr/>
          </p:nvSpPr>
          <p:spPr>
            <a:xfrm>
              <a:off x="3840480" y="1691640"/>
              <a:ext cx="731520" cy="548640"/>
            </a:xfrm>
            <a:prstGeom prst="rect">
              <a:avLst/>
            </a:prstGeom>
            <a:solidFill>
              <a:srgbClr val="A5DFF9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b="1" dirty="0">
                  <a:solidFill>
                    <a:srgbClr val="000000"/>
                  </a:solidFill>
                  <a:latin typeface="Times New Roman"/>
                </a:rPr>
                <a:t>3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AA0BDA3C-F002-2468-99BC-9129C4227874}"/>
                </a:ext>
              </a:extLst>
            </p:cNvPr>
            <p:cNvSpPr/>
            <p:nvPr/>
          </p:nvSpPr>
          <p:spPr>
            <a:xfrm>
              <a:off x="4572000" y="1691640"/>
              <a:ext cx="731520" cy="548640"/>
            </a:xfrm>
            <a:prstGeom prst="rect">
              <a:avLst/>
            </a:prstGeom>
            <a:solidFill>
              <a:srgbClr val="FEFEDF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5EB0F5C1-C0E3-0D86-0E00-59EEEA7B62ED}"/>
                </a:ext>
              </a:extLst>
            </p:cNvPr>
            <p:cNvSpPr/>
            <p:nvPr/>
          </p:nvSpPr>
          <p:spPr>
            <a:xfrm>
              <a:off x="5303520" y="1691640"/>
              <a:ext cx="731520" cy="5486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5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EF80EEA5-1370-D119-401C-5E1EF3CBB309}"/>
                </a:ext>
              </a:extLst>
            </p:cNvPr>
            <p:cNvSpPr/>
            <p:nvPr/>
          </p:nvSpPr>
          <p:spPr>
            <a:xfrm>
              <a:off x="6035040" y="1691640"/>
              <a:ext cx="731520" cy="548640"/>
            </a:xfrm>
            <a:prstGeom prst="rect">
              <a:avLst/>
            </a:prstGeom>
            <a:solidFill>
              <a:srgbClr val="A8DBA8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C68040C6-47D2-A550-BA5F-9FD5E357707A}"/>
                </a:ext>
              </a:extLst>
            </p:cNvPr>
            <p:cNvSpPr/>
            <p:nvPr/>
          </p:nvSpPr>
          <p:spPr>
            <a:xfrm>
              <a:off x="6766560" y="1691640"/>
              <a:ext cx="731520" cy="548640"/>
            </a:xfrm>
            <a:prstGeom prst="rect">
              <a:avLst/>
            </a:prstGeom>
            <a:solidFill>
              <a:srgbClr val="FEC8C9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4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2" name="TextBox 9">
              <a:extLst>
                <a:ext uri="{FF2B5EF4-FFF2-40B4-BE49-F238E27FC236}">
                  <a16:creationId xmlns:a16="http://schemas.microsoft.com/office/drawing/2014/main" id="{9F2CDBAB-97BE-7052-BACB-A1B3C4C83DDC}"/>
                </a:ext>
              </a:extLst>
            </p:cNvPr>
            <p:cNvSpPr txBox="1"/>
            <p:nvPr/>
          </p:nvSpPr>
          <p:spPr>
            <a:xfrm>
              <a:off x="7724041" y="749803"/>
              <a:ext cx="279596" cy="329193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6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D3C957A2-D2DA-8C1C-6237-CAAA8DA6A817}"/>
                </a:ext>
              </a:extLst>
            </p:cNvPr>
            <p:cNvSpPr txBox="1"/>
            <p:nvPr/>
          </p:nvSpPr>
          <p:spPr>
            <a:xfrm>
              <a:off x="7524452" y="1202323"/>
              <a:ext cx="678776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sz="1600" b="1" i="1" dirty="0">
                  <a:solidFill>
                    <a:srgbClr val="000000"/>
                  </a:solidFill>
                  <a:latin typeface="Times New Roman"/>
                </a:rPr>
                <a:t>Task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/>
                </a:rPr>
                <a:t>6</a:t>
              </a:r>
              <a:endParaRPr sz="1600" b="1" i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4" name="Rectangle 19">
              <a:extLst>
                <a:ext uri="{FF2B5EF4-FFF2-40B4-BE49-F238E27FC236}">
                  <a16:creationId xmlns:a16="http://schemas.microsoft.com/office/drawing/2014/main" id="{D73A61C0-C485-217F-290F-BF1D7F666624}"/>
                </a:ext>
              </a:extLst>
            </p:cNvPr>
            <p:cNvSpPr/>
            <p:nvPr/>
          </p:nvSpPr>
          <p:spPr>
            <a:xfrm>
              <a:off x="7498080" y="1691640"/>
              <a:ext cx="731520" cy="548640"/>
            </a:xfrm>
            <a:prstGeom prst="rect">
              <a:avLst/>
            </a:prstGeom>
            <a:solidFill>
              <a:srgbClr val="FEEE7D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6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5980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CD06C-5830-23F3-941E-F68B78224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7C33265D-F065-B54E-C7D1-0831A5C897D4}"/>
              </a:ext>
            </a:extLst>
          </p:cNvPr>
          <p:cNvGrpSpPr/>
          <p:nvPr/>
        </p:nvGrpSpPr>
        <p:grpSpPr>
          <a:xfrm>
            <a:off x="-17928" y="252146"/>
            <a:ext cx="7159326" cy="2240280"/>
            <a:chOff x="1303737" y="3429000"/>
            <a:chExt cx="7159326" cy="2240280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2F6309D6-EA35-948E-DD3D-B49DDDCBB2BE}"/>
                </a:ext>
              </a:extLst>
            </p:cNvPr>
            <p:cNvGrpSpPr/>
            <p:nvPr/>
          </p:nvGrpSpPr>
          <p:grpSpPr>
            <a:xfrm>
              <a:off x="1303737" y="3429000"/>
              <a:ext cx="7159326" cy="2240280"/>
              <a:chOff x="1668352" y="3429000"/>
              <a:chExt cx="6794712" cy="2240280"/>
            </a:xfrm>
          </p:grpSpPr>
          <p:sp>
            <p:nvSpPr>
              <p:cNvPr id="33" name="Rounded Rectangle 21">
                <a:extLst>
                  <a:ext uri="{FF2B5EF4-FFF2-40B4-BE49-F238E27FC236}">
                    <a16:creationId xmlns:a16="http://schemas.microsoft.com/office/drawing/2014/main" id="{C8B2E365-C996-EB4D-DABB-2798CD94B927}"/>
                  </a:ext>
                </a:extLst>
              </p:cNvPr>
              <p:cNvSpPr/>
              <p:nvPr/>
            </p:nvSpPr>
            <p:spPr>
              <a:xfrm>
                <a:off x="1744896" y="3429000"/>
                <a:ext cx="6718168" cy="2240280"/>
              </a:xfrm>
              <a:prstGeom prst="roundRect">
                <a:avLst/>
              </a:prstGeom>
              <a:noFill/>
              <a:ln w="19050">
                <a:solidFill>
                  <a:srgbClr val="64646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b="1"/>
              </a:p>
            </p:txBody>
          </p:sp>
          <p:sp>
            <p:nvSpPr>
              <p:cNvPr id="34" name="TextBox 22">
                <a:extLst>
                  <a:ext uri="{FF2B5EF4-FFF2-40B4-BE49-F238E27FC236}">
                    <a16:creationId xmlns:a16="http://schemas.microsoft.com/office/drawing/2014/main" id="{B126E60D-2AFD-05B9-5A97-69BBE38F5146}"/>
                  </a:ext>
                </a:extLst>
              </p:cNvPr>
              <p:cNvSpPr txBox="1"/>
              <p:nvPr/>
            </p:nvSpPr>
            <p:spPr>
              <a:xfrm>
                <a:off x="2451177" y="3819792"/>
                <a:ext cx="103014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/>
                <a:r>
                  <a:rPr lang="en-US" altLang="zh-CN" sz="1600" b="1" dirty="0"/>
                  <a:t>Position</a:t>
                </a:r>
                <a:r>
                  <a:rPr sz="1600" b="1" dirty="0">
                    <a:solidFill>
                      <a:srgbClr val="000000"/>
                    </a:solidFill>
                    <a:latin typeface="Times New Roman"/>
                  </a:rPr>
                  <a:t>: </a:t>
                </a:r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v</a:t>
                </a:r>
              </a:p>
            </p:txBody>
          </p:sp>
          <p:sp>
            <p:nvSpPr>
              <p:cNvPr id="35" name="TextBox 23">
                <a:extLst>
                  <a:ext uri="{FF2B5EF4-FFF2-40B4-BE49-F238E27FC236}">
                    <a16:creationId xmlns:a16="http://schemas.microsoft.com/office/drawing/2014/main" id="{ABDF4D4C-F50C-1C23-B599-D677FF517E79}"/>
                  </a:ext>
                </a:extLst>
              </p:cNvPr>
              <p:cNvSpPr txBox="1"/>
              <p:nvPr/>
            </p:nvSpPr>
            <p:spPr>
              <a:xfrm>
                <a:off x="1980839" y="4294137"/>
                <a:ext cx="1864888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/>
                  </a:rPr>
                  <a:t>Corresponding Task</a:t>
                </a:r>
              </a:p>
            </p:txBody>
          </p:sp>
          <p:sp>
            <p:nvSpPr>
              <p:cNvPr id="36" name="TextBox 24">
                <a:extLst>
                  <a:ext uri="{FF2B5EF4-FFF2-40B4-BE49-F238E27FC236}">
                    <a16:creationId xmlns:a16="http://schemas.microsoft.com/office/drawing/2014/main" id="{6443804C-269E-E8C2-D70D-A6CA95AFCAA4}"/>
                  </a:ext>
                </a:extLst>
              </p:cNvPr>
              <p:cNvSpPr txBox="1"/>
              <p:nvPr/>
            </p:nvSpPr>
            <p:spPr>
              <a:xfrm>
                <a:off x="1668352" y="4768482"/>
                <a:ext cx="2489864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/>
                  </a:rPr>
                  <a:t>Transport Assignment </a:t>
                </a:r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v</a:t>
                </a:r>
                <a:r>
                  <a:rPr lang="en-US" altLang="zh-CN" sz="1600" b="1" dirty="0">
                    <a:solidFill>
                      <a:srgbClr val="000000"/>
                    </a:solidFill>
                    <a:latin typeface="Times New Roman"/>
                  </a:rPr>
                  <a:t>2</a:t>
                </a:r>
                <a:r>
                  <a:rPr sz="1600" b="1" dirty="0">
                    <a:solidFill>
                      <a:srgbClr val="000000"/>
                    </a:solidFill>
                    <a:latin typeface="Times New Roman"/>
                  </a:rPr>
                  <a:t>(v)</a:t>
                </a:r>
              </a:p>
            </p:txBody>
          </p:sp>
          <p:sp>
            <p:nvSpPr>
              <p:cNvPr id="37" name="TextBox 25">
                <a:extLst>
                  <a:ext uri="{FF2B5EF4-FFF2-40B4-BE49-F238E27FC236}">
                    <a16:creationId xmlns:a16="http://schemas.microsoft.com/office/drawing/2014/main" id="{825707CC-CFDE-E3DF-0B9D-D85B7AA8943D}"/>
                  </a:ext>
                </a:extLst>
              </p:cNvPr>
              <p:cNvSpPr txBox="1"/>
              <p:nvPr/>
            </p:nvSpPr>
            <p:spPr>
              <a:xfrm>
                <a:off x="4249459" y="3784466"/>
                <a:ext cx="269586" cy="32919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b="1">
                    <a:solidFill>
                      <a:srgbClr val="000000"/>
                    </a:solidFill>
                    <a:latin typeface="Times New Roman"/>
                  </a:rPr>
                  <a:t>1</a:t>
                </a:r>
              </a:p>
            </p:txBody>
          </p:sp>
          <p:sp>
            <p:nvSpPr>
              <p:cNvPr id="38" name="TextBox 26">
                <a:extLst>
                  <a:ext uri="{FF2B5EF4-FFF2-40B4-BE49-F238E27FC236}">
                    <a16:creationId xmlns:a16="http://schemas.microsoft.com/office/drawing/2014/main" id="{EF20C182-BB8E-07E7-FCBF-4722809201BF}"/>
                  </a:ext>
                </a:extLst>
              </p:cNvPr>
              <p:cNvSpPr txBox="1"/>
              <p:nvPr/>
            </p:nvSpPr>
            <p:spPr>
              <a:xfrm>
                <a:off x="4980980" y="3784466"/>
                <a:ext cx="269586" cy="32919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b="1">
                    <a:solidFill>
                      <a:srgbClr val="000000"/>
                    </a:solidFill>
                    <a:latin typeface="Times New Roman"/>
                  </a:rPr>
                  <a:t>2</a:t>
                </a:r>
              </a:p>
            </p:txBody>
          </p:sp>
          <p:sp>
            <p:nvSpPr>
              <p:cNvPr id="39" name="TextBox 27">
                <a:extLst>
                  <a:ext uri="{FF2B5EF4-FFF2-40B4-BE49-F238E27FC236}">
                    <a16:creationId xmlns:a16="http://schemas.microsoft.com/office/drawing/2014/main" id="{1DCEBEF2-93E0-74E2-E791-6AF7926B7442}"/>
                  </a:ext>
                </a:extLst>
              </p:cNvPr>
              <p:cNvSpPr txBox="1"/>
              <p:nvPr/>
            </p:nvSpPr>
            <p:spPr>
              <a:xfrm>
                <a:off x="5712499" y="3784466"/>
                <a:ext cx="269586" cy="32919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b="1">
                    <a:solidFill>
                      <a:srgbClr val="000000"/>
                    </a:solidFill>
                    <a:latin typeface="Times New Roman"/>
                  </a:rPr>
                  <a:t>3</a:t>
                </a:r>
              </a:p>
            </p:txBody>
          </p:sp>
          <p:sp>
            <p:nvSpPr>
              <p:cNvPr id="40" name="TextBox 28">
                <a:extLst>
                  <a:ext uri="{FF2B5EF4-FFF2-40B4-BE49-F238E27FC236}">
                    <a16:creationId xmlns:a16="http://schemas.microsoft.com/office/drawing/2014/main" id="{9CECF967-F006-A0F0-79EB-80FF264EAABF}"/>
                  </a:ext>
                </a:extLst>
              </p:cNvPr>
              <p:cNvSpPr txBox="1"/>
              <p:nvPr/>
            </p:nvSpPr>
            <p:spPr>
              <a:xfrm>
                <a:off x="6444020" y="3784466"/>
                <a:ext cx="269586" cy="32919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b="1">
                    <a:solidFill>
                      <a:srgbClr val="000000"/>
                    </a:solidFill>
                    <a:latin typeface="Times New Roman"/>
                  </a:rPr>
                  <a:t>4</a:t>
                </a:r>
              </a:p>
            </p:txBody>
          </p:sp>
          <p:sp>
            <p:nvSpPr>
              <p:cNvPr id="41" name="TextBox 29">
                <a:extLst>
                  <a:ext uri="{FF2B5EF4-FFF2-40B4-BE49-F238E27FC236}">
                    <a16:creationId xmlns:a16="http://schemas.microsoft.com/office/drawing/2014/main" id="{D3449FB1-71FB-F8AA-94A7-17449804F96F}"/>
                  </a:ext>
                </a:extLst>
              </p:cNvPr>
              <p:cNvSpPr txBox="1"/>
              <p:nvPr/>
            </p:nvSpPr>
            <p:spPr>
              <a:xfrm>
                <a:off x="7175539" y="3784466"/>
                <a:ext cx="269586" cy="32919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b="1">
                    <a:solidFill>
                      <a:srgbClr val="000000"/>
                    </a:solidFill>
                    <a:latin typeface="Times New Roman"/>
                  </a:rPr>
                  <a:t>5</a:t>
                </a:r>
              </a:p>
            </p:txBody>
          </p:sp>
          <p:sp>
            <p:nvSpPr>
              <p:cNvPr id="42" name="TextBox 30">
                <a:extLst>
                  <a:ext uri="{FF2B5EF4-FFF2-40B4-BE49-F238E27FC236}">
                    <a16:creationId xmlns:a16="http://schemas.microsoft.com/office/drawing/2014/main" id="{71D48F1C-4004-9BF7-9940-3AB023EA1B70}"/>
                  </a:ext>
                </a:extLst>
              </p:cNvPr>
              <p:cNvSpPr txBox="1"/>
              <p:nvPr/>
            </p:nvSpPr>
            <p:spPr>
              <a:xfrm>
                <a:off x="4062149" y="4236987"/>
                <a:ext cx="64420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Task1</a:t>
                </a:r>
              </a:p>
            </p:txBody>
          </p:sp>
          <p:sp>
            <p:nvSpPr>
              <p:cNvPr id="43" name="TextBox 31">
                <a:extLst>
                  <a:ext uri="{FF2B5EF4-FFF2-40B4-BE49-F238E27FC236}">
                    <a16:creationId xmlns:a16="http://schemas.microsoft.com/office/drawing/2014/main" id="{18634BCE-13F9-C903-8161-022771188414}"/>
                  </a:ext>
                </a:extLst>
              </p:cNvPr>
              <p:cNvSpPr txBox="1"/>
              <p:nvPr/>
            </p:nvSpPr>
            <p:spPr>
              <a:xfrm>
                <a:off x="4793668" y="4236987"/>
                <a:ext cx="64420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Task2</a:t>
                </a:r>
              </a:p>
            </p:txBody>
          </p:sp>
          <p:sp>
            <p:nvSpPr>
              <p:cNvPr id="44" name="TextBox 32">
                <a:extLst>
                  <a:ext uri="{FF2B5EF4-FFF2-40B4-BE49-F238E27FC236}">
                    <a16:creationId xmlns:a16="http://schemas.microsoft.com/office/drawing/2014/main" id="{16C2822D-15EF-FD34-E7F9-D9560451E9A0}"/>
                  </a:ext>
                </a:extLst>
              </p:cNvPr>
              <p:cNvSpPr txBox="1"/>
              <p:nvPr/>
            </p:nvSpPr>
            <p:spPr>
              <a:xfrm>
                <a:off x="5525190" y="4236987"/>
                <a:ext cx="64420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Task3</a:t>
                </a:r>
              </a:p>
            </p:txBody>
          </p:sp>
          <p:sp>
            <p:nvSpPr>
              <p:cNvPr id="45" name="TextBox 33">
                <a:extLst>
                  <a:ext uri="{FF2B5EF4-FFF2-40B4-BE49-F238E27FC236}">
                    <a16:creationId xmlns:a16="http://schemas.microsoft.com/office/drawing/2014/main" id="{1902CFA6-9608-5C64-E242-46D5819688A3}"/>
                  </a:ext>
                </a:extLst>
              </p:cNvPr>
              <p:cNvSpPr txBox="1"/>
              <p:nvPr/>
            </p:nvSpPr>
            <p:spPr>
              <a:xfrm>
                <a:off x="6256709" y="4236987"/>
                <a:ext cx="64420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Task4</a:t>
                </a:r>
              </a:p>
            </p:txBody>
          </p:sp>
          <p:sp>
            <p:nvSpPr>
              <p:cNvPr id="46" name="TextBox 34">
                <a:extLst>
                  <a:ext uri="{FF2B5EF4-FFF2-40B4-BE49-F238E27FC236}">
                    <a16:creationId xmlns:a16="http://schemas.microsoft.com/office/drawing/2014/main" id="{4DBF8C2A-4268-2CB8-5AB3-229D8893458B}"/>
                  </a:ext>
                </a:extLst>
              </p:cNvPr>
              <p:cNvSpPr txBox="1"/>
              <p:nvPr/>
            </p:nvSpPr>
            <p:spPr>
              <a:xfrm>
                <a:off x="6988229" y="4236987"/>
                <a:ext cx="64420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Task5</a:t>
                </a:r>
              </a:p>
            </p:txBody>
          </p:sp>
          <p:sp>
            <p:nvSpPr>
              <p:cNvPr id="47" name="TextBox 29">
                <a:extLst>
                  <a:ext uri="{FF2B5EF4-FFF2-40B4-BE49-F238E27FC236}">
                    <a16:creationId xmlns:a16="http://schemas.microsoft.com/office/drawing/2014/main" id="{B66BE2E2-5CE9-006F-7A0D-A47E9A2D4B18}"/>
                  </a:ext>
                </a:extLst>
              </p:cNvPr>
              <p:cNvSpPr txBox="1"/>
              <p:nvPr/>
            </p:nvSpPr>
            <p:spPr>
              <a:xfrm>
                <a:off x="7907059" y="3784466"/>
                <a:ext cx="269586" cy="32919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  <a:latin typeface="Times New Roman"/>
                  </a:rPr>
                  <a:t>6</a:t>
                </a:r>
                <a:endParaRPr b="1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48" name="TextBox 34">
                <a:extLst>
                  <a:ext uri="{FF2B5EF4-FFF2-40B4-BE49-F238E27FC236}">
                    <a16:creationId xmlns:a16="http://schemas.microsoft.com/office/drawing/2014/main" id="{9B319D1A-BA9A-462E-74B8-2E2E5B954AEA}"/>
                  </a:ext>
                </a:extLst>
              </p:cNvPr>
              <p:cNvSpPr txBox="1"/>
              <p:nvPr/>
            </p:nvSpPr>
            <p:spPr>
              <a:xfrm>
                <a:off x="7719749" y="4236987"/>
                <a:ext cx="644207" cy="338554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sz="1600" b="1" i="1" dirty="0">
                    <a:solidFill>
                      <a:srgbClr val="000000"/>
                    </a:solidFill>
                    <a:latin typeface="Times New Roman"/>
                  </a:rPr>
                  <a:t>Task</a:t>
                </a:r>
                <a:r>
                  <a:rPr lang="en-US" altLang="zh-CN" sz="1600" b="1" i="1" dirty="0">
                    <a:solidFill>
                      <a:srgbClr val="000000"/>
                    </a:solidFill>
                    <a:latin typeface="Times New Roman"/>
                  </a:rPr>
                  <a:t>6</a:t>
                </a:r>
                <a:endParaRPr sz="1600" b="1" i="1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6A110A15-ACB2-DBD4-B56D-B612C8D5AD8D}"/>
                </a:ext>
              </a:extLst>
            </p:cNvPr>
            <p:cNvSpPr/>
            <p:nvPr/>
          </p:nvSpPr>
          <p:spPr>
            <a:xfrm>
              <a:off x="3881326" y="4661655"/>
              <a:ext cx="743178" cy="548640"/>
            </a:xfrm>
            <a:prstGeom prst="rect">
              <a:avLst/>
            </a:prstGeom>
            <a:solidFill>
              <a:srgbClr val="A5DFF9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8" name="Rectangle 16">
              <a:extLst>
                <a:ext uri="{FF2B5EF4-FFF2-40B4-BE49-F238E27FC236}">
                  <a16:creationId xmlns:a16="http://schemas.microsoft.com/office/drawing/2014/main" id="{F2BAC5C4-4E8A-2DBF-79A7-DB6D9507F933}"/>
                </a:ext>
              </a:extLst>
            </p:cNvPr>
            <p:cNvSpPr/>
            <p:nvPr/>
          </p:nvSpPr>
          <p:spPr>
            <a:xfrm>
              <a:off x="4624504" y="4661655"/>
              <a:ext cx="743178" cy="548640"/>
            </a:xfrm>
            <a:prstGeom prst="rect">
              <a:avLst/>
            </a:prstGeom>
            <a:solidFill>
              <a:srgbClr val="FEEE7D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9" name="Rectangle 17">
              <a:extLst>
                <a:ext uri="{FF2B5EF4-FFF2-40B4-BE49-F238E27FC236}">
                  <a16:creationId xmlns:a16="http://schemas.microsoft.com/office/drawing/2014/main" id="{7AF042C3-5BBE-2120-C7F5-292F6D9F4513}"/>
                </a:ext>
              </a:extLst>
            </p:cNvPr>
            <p:cNvSpPr/>
            <p:nvPr/>
          </p:nvSpPr>
          <p:spPr>
            <a:xfrm>
              <a:off x="5367682" y="4661655"/>
              <a:ext cx="743178" cy="548640"/>
            </a:xfrm>
            <a:prstGeom prst="rect">
              <a:avLst/>
            </a:prstGeom>
            <a:solidFill>
              <a:srgbClr val="A5DFF9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30" name="Rectangle 18">
              <a:extLst>
                <a:ext uri="{FF2B5EF4-FFF2-40B4-BE49-F238E27FC236}">
                  <a16:creationId xmlns:a16="http://schemas.microsoft.com/office/drawing/2014/main" id="{246DE93A-45FC-7DF5-AA99-7979F0C4EE20}"/>
                </a:ext>
              </a:extLst>
            </p:cNvPr>
            <p:cNvSpPr/>
            <p:nvPr/>
          </p:nvSpPr>
          <p:spPr>
            <a:xfrm>
              <a:off x="6110859" y="4661655"/>
              <a:ext cx="743178" cy="548640"/>
            </a:xfrm>
            <a:prstGeom prst="rect">
              <a:avLst/>
            </a:prstGeom>
            <a:solidFill>
              <a:srgbClr val="FEEE7D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31" name="Rectangle 19">
              <a:extLst>
                <a:ext uri="{FF2B5EF4-FFF2-40B4-BE49-F238E27FC236}">
                  <a16:creationId xmlns:a16="http://schemas.microsoft.com/office/drawing/2014/main" id="{E2B5AF20-2169-35C9-ACB9-1428C31192E4}"/>
                </a:ext>
              </a:extLst>
            </p:cNvPr>
            <p:cNvSpPr/>
            <p:nvPr/>
          </p:nvSpPr>
          <p:spPr>
            <a:xfrm>
              <a:off x="6854037" y="4661655"/>
              <a:ext cx="743178" cy="548640"/>
            </a:xfrm>
            <a:prstGeom prst="rect">
              <a:avLst/>
            </a:prstGeom>
            <a:solidFill>
              <a:srgbClr val="FEEE7D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1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32" name="Rectangle 19">
              <a:extLst>
                <a:ext uri="{FF2B5EF4-FFF2-40B4-BE49-F238E27FC236}">
                  <a16:creationId xmlns:a16="http://schemas.microsoft.com/office/drawing/2014/main" id="{BD2588C7-D7AF-B8EF-912A-3D319CFBD767}"/>
                </a:ext>
              </a:extLst>
            </p:cNvPr>
            <p:cNvSpPr/>
            <p:nvPr/>
          </p:nvSpPr>
          <p:spPr>
            <a:xfrm>
              <a:off x="7597215" y="4661655"/>
              <a:ext cx="743178" cy="548640"/>
            </a:xfrm>
            <a:prstGeom prst="rect">
              <a:avLst/>
            </a:prstGeom>
            <a:solidFill>
              <a:srgbClr val="A5DFF9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/>
                </a:rPr>
                <a:t>2</a:t>
              </a:r>
              <a:endParaRPr b="1" dirty="0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9794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200</Words>
  <Application>Microsoft Office PowerPoint</Application>
  <PresentationFormat>自定义</PresentationFormat>
  <Paragraphs>126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何勇平</dc:creator>
  <cp:keywords/>
  <dc:description>generated using python-pptx</dc:description>
  <cp:lastModifiedBy>勇平 何</cp:lastModifiedBy>
  <cp:revision>9</cp:revision>
  <dcterms:created xsi:type="dcterms:W3CDTF">2013-01-27T09:14:16Z</dcterms:created>
  <dcterms:modified xsi:type="dcterms:W3CDTF">2026-05-30T12:58:46Z</dcterms:modified>
  <cp:category/>
</cp:coreProperties>
</file>